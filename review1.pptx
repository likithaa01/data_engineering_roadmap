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1"/>
  </p:sldMasterIdLst>
  <p:notesMasterIdLst>
    <p:notesMasterId r:id="rId13"/>
  </p:notesMasterIdLst>
  <p:sldIdLst>
    <p:sldId id="256" r:id="rId2"/>
    <p:sldId id="259" r:id="rId3"/>
    <p:sldId id="273" r:id="rId4"/>
    <p:sldId id="274" r:id="rId5"/>
    <p:sldId id="275" r:id="rId6"/>
    <p:sldId id="276" r:id="rId7"/>
    <p:sldId id="278" r:id="rId8"/>
    <p:sldId id="279" r:id="rId9"/>
    <p:sldId id="280" r:id="rId10"/>
    <p:sldId id="277" r:id="rId11"/>
    <p:sldId id="270" r:id="rId12"/>
  </p:sldIdLst>
  <p:sldSz cx="9144000" cy="5143500" type="screen16x9"/>
  <p:notesSz cx="6858000" cy="9144000"/>
  <p:embeddedFontLst>
    <p:embeddedFont>
      <p:font typeface="Alata" panose="020B0604020202020204" charset="0"/>
      <p:regular r:id="rId14"/>
    </p:embeddedFont>
    <p:embeddedFont>
      <p:font typeface="Anton" pitchFamily="2" charset="0"/>
      <p:regular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7" y="7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2ef931fea1c_1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 name="Google Shape;49;g2ef931fea1c_1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ef931fea1c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g2ef931fea1c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6BA2624-3368-2968-074E-3D62EA491A27}"/>
            </a:ext>
          </a:extLst>
        </p:cNvPr>
        <p:cNvGrpSpPr/>
        <p:nvPr/>
      </p:nvGrpSpPr>
      <p:grpSpPr>
        <a:xfrm>
          <a:off x="0" y="0"/>
          <a:ext cx="0" cy="0"/>
          <a:chOff x="0" y="0"/>
          <a:chExt cx="0" cy="0"/>
        </a:xfrm>
      </p:grpSpPr>
      <p:sp>
        <p:nvSpPr>
          <p:cNvPr id="81" name="Google Shape;81;g2ef931fea1c_1_106:notes">
            <a:extLst>
              <a:ext uri="{FF2B5EF4-FFF2-40B4-BE49-F238E27FC236}">
                <a16:creationId xmlns:a16="http://schemas.microsoft.com/office/drawing/2014/main" id="{22590DB2-2D49-3AB7-9DD2-176A2A2BD4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g2ef931fea1c_1_106:notes">
            <a:extLst>
              <a:ext uri="{FF2B5EF4-FFF2-40B4-BE49-F238E27FC236}">
                <a16:creationId xmlns:a16="http://schemas.microsoft.com/office/drawing/2014/main" id="{E4AC0ECA-79A1-BBC3-3478-B0C98C10C7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724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F23B777-7962-C07E-EA71-F00FEC3D70E1}"/>
            </a:ext>
          </a:extLst>
        </p:cNvPr>
        <p:cNvGrpSpPr/>
        <p:nvPr/>
      </p:nvGrpSpPr>
      <p:grpSpPr>
        <a:xfrm>
          <a:off x="0" y="0"/>
          <a:ext cx="0" cy="0"/>
          <a:chOff x="0" y="0"/>
          <a:chExt cx="0" cy="0"/>
        </a:xfrm>
      </p:grpSpPr>
      <p:sp>
        <p:nvSpPr>
          <p:cNvPr id="81" name="Google Shape;81;g2ef931fea1c_1_106:notes">
            <a:extLst>
              <a:ext uri="{FF2B5EF4-FFF2-40B4-BE49-F238E27FC236}">
                <a16:creationId xmlns:a16="http://schemas.microsoft.com/office/drawing/2014/main" id="{4454BDA5-4F9F-BA80-D199-01973BC0B2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g2ef931fea1c_1_106:notes">
            <a:extLst>
              <a:ext uri="{FF2B5EF4-FFF2-40B4-BE49-F238E27FC236}">
                <a16:creationId xmlns:a16="http://schemas.microsoft.com/office/drawing/2014/main" id="{11C60DC7-2A13-D016-6DAD-7810AAEDA7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8044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F23B777-7962-C07E-EA71-F00FEC3D70E1}"/>
            </a:ext>
          </a:extLst>
        </p:cNvPr>
        <p:cNvGrpSpPr/>
        <p:nvPr/>
      </p:nvGrpSpPr>
      <p:grpSpPr>
        <a:xfrm>
          <a:off x="0" y="0"/>
          <a:ext cx="0" cy="0"/>
          <a:chOff x="0" y="0"/>
          <a:chExt cx="0" cy="0"/>
        </a:xfrm>
      </p:grpSpPr>
      <p:sp>
        <p:nvSpPr>
          <p:cNvPr id="81" name="Google Shape;81;g2ef931fea1c_1_106:notes">
            <a:extLst>
              <a:ext uri="{FF2B5EF4-FFF2-40B4-BE49-F238E27FC236}">
                <a16:creationId xmlns:a16="http://schemas.microsoft.com/office/drawing/2014/main" id="{4454BDA5-4F9F-BA80-D199-01973BC0B2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g2ef931fea1c_1_106:notes">
            <a:extLst>
              <a:ext uri="{FF2B5EF4-FFF2-40B4-BE49-F238E27FC236}">
                <a16:creationId xmlns:a16="http://schemas.microsoft.com/office/drawing/2014/main" id="{11C60DC7-2A13-D016-6DAD-7810AAEDA7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8741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F23B777-7962-C07E-EA71-F00FEC3D70E1}"/>
            </a:ext>
          </a:extLst>
        </p:cNvPr>
        <p:cNvGrpSpPr/>
        <p:nvPr/>
      </p:nvGrpSpPr>
      <p:grpSpPr>
        <a:xfrm>
          <a:off x="0" y="0"/>
          <a:ext cx="0" cy="0"/>
          <a:chOff x="0" y="0"/>
          <a:chExt cx="0" cy="0"/>
        </a:xfrm>
      </p:grpSpPr>
      <p:sp>
        <p:nvSpPr>
          <p:cNvPr id="81" name="Google Shape;81;g2ef931fea1c_1_106:notes">
            <a:extLst>
              <a:ext uri="{FF2B5EF4-FFF2-40B4-BE49-F238E27FC236}">
                <a16:creationId xmlns:a16="http://schemas.microsoft.com/office/drawing/2014/main" id="{4454BDA5-4F9F-BA80-D199-01973BC0B2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g2ef931fea1c_1_106:notes">
            <a:extLst>
              <a:ext uri="{FF2B5EF4-FFF2-40B4-BE49-F238E27FC236}">
                <a16:creationId xmlns:a16="http://schemas.microsoft.com/office/drawing/2014/main" id="{11C60DC7-2A13-D016-6DAD-7810AAEDA7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6893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F23B777-7962-C07E-EA71-F00FEC3D70E1}"/>
            </a:ext>
          </a:extLst>
        </p:cNvPr>
        <p:cNvGrpSpPr/>
        <p:nvPr/>
      </p:nvGrpSpPr>
      <p:grpSpPr>
        <a:xfrm>
          <a:off x="0" y="0"/>
          <a:ext cx="0" cy="0"/>
          <a:chOff x="0" y="0"/>
          <a:chExt cx="0" cy="0"/>
        </a:xfrm>
      </p:grpSpPr>
      <p:sp>
        <p:nvSpPr>
          <p:cNvPr id="81" name="Google Shape;81;g2ef931fea1c_1_106:notes">
            <a:extLst>
              <a:ext uri="{FF2B5EF4-FFF2-40B4-BE49-F238E27FC236}">
                <a16:creationId xmlns:a16="http://schemas.microsoft.com/office/drawing/2014/main" id="{4454BDA5-4F9F-BA80-D199-01973BC0B2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g2ef931fea1c_1_106:notes">
            <a:extLst>
              <a:ext uri="{FF2B5EF4-FFF2-40B4-BE49-F238E27FC236}">
                <a16:creationId xmlns:a16="http://schemas.microsoft.com/office/drawing/2014/main" id="{11C60DC7-2A13-D016-6DAD-7810AAEDA7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0337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F23B777-7962-C07E-EA71-F00FEC3D70E1}"/>
            </a:ext>
          </a:extLst>
        </p:cNvPr>
        <p:cNvGrpSpPr/>
        <p:nvPr/>
      </p:nvGrpSpPr>
      <p:grpSpPr>
        <a:xfrm>
          <a:off x="0" y="0"/>
          <a:ext cx="0" cy="0"/>
          <a:chOff x="0" y="0"/>
          <a:chExt cx="0" cy="0"/>
        </a:xfrm>
      </p:grpSpPr>
      <p:sp>
        <p:nvSpPr>
          <p:cNvPr id="81" name="Google Shape;81;g2ef931fea1c_1_106:notes">
            <a:extLst>
              <a:ext uri="{FF2B5EF4-FFF2-40B4-BE49-F238E27FC236}">
                <a16:creationId xmlns:a16="http://schemas.microsoft.com/office/drawing/2014/main" id="{4454BDA5-4F9F-BA80-D199-01973BC0B2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g2ef931fea1c_1_106:notes">
            <a:extLst>
              <a:ext uri="{FF2B5EF4-FFF2-40B4-BE49-F238E27FC236}">
                <a16:creationId xmlns:a16="http://schemas.microsoft.com/office/drawing/2014/main" id="{11C60DC7-2A13-D016-6DAD-7810AAEDA7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8307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F23B777-7962-C07E-EA71-F00FEC3D70E1}"/>
            </a:ext>
          </a:extLst>
        </p:cNvPr>
        <p:cNvGrpSpPr/>
        <p:nvPr/>
      </p:nvGrpSpPr>
      <p:grpSpPr>
        <a:xfrm>
          <a:off x="0" y="0"/>
          <a:ext cx="0" cy="0"/>
          <a:chOff x="0" y="0"/>
          <a:chExt cx="0" cy="0"/>
        </a:xfrm>
      </p:grpSpPr>
      <p:sp>
        <p:nvSpPr>
          <p:cNvPr id="81" name="Google Shape;81;g2ef931fea1c_1_106:notes">
            <a:extLst>
              <a:ext uri="{FF2B5EF4-FFF2-40B4-BE49-F238E27FC236}">
                <a16:creationId xmlns:a16="http://schemas.microsoft.com/office/drawing/2014/main" id="{4454BDA5-4F9F-BA80-D199-01973BC0B2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g2ef931fea1c_1_106:notes">
            <a:extLst>
              <a:ext uri="{FF2B5EF4-FFF2-40B4-BE49-F238E27FC236}">
                <a16:creationId xmlns:a16="http://schemas.microsoft.com/office/drawing/2014/main" id="{11C60DC7-2A13-D016-6DAD-7810AAEDA7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6511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ef931fea1c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g2ef931fea1c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98971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2ef931fea1c_1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g2ef931fea1c_1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869350"/>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9200"/>
              <a:buNone/>
              <a:defRPr sz="9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3958900"/>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Font typeface="Alata"/>
              <a:buNone/>
              <a:defRPr sz="2800">
                <a:latin typeface="Alata"/>
                <a:ea typeface="Alata"/>
                <a:cs typeface="Alata"/>
                <a:sym typeface="Alata"/>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a:spLocks noGrp="1"/>
          </p:cNvSpPr>
          <p:nvPr>
            <p:ph type="pic" idx="2"/>
          </p:nvPr>
        </p:nvSpPr>
        <p:spPr>
          <a:xfrm>
            <a:off x="656688" y="2359850"/>
            <a:ext cx="1691100" cy="1691100"/>
          </a:xfrm>
          <a:prstGeom prst="rect">
            <a:avLst/>
          </a:prstGeom>
          <a:noFill/>
          <a:ln>
            <a:noFill/>
          </a:ln>
        </p:spPr>
      </p:sp>
      <p:sp>
        <p:nvSpPr>
          <p:cNvPr id="27" name="Google Shape;27;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9" name="Google Shape;29;p6"/>
          <p:cNvSpPr>
            <a:spLocks noGrp="1"/>
          </p:cNvSpPr>
          <p:nvPr>
            <p:ph type="pic" idx="3"/>
          </p:nvPr>
        </p:nvSpPr>
        <p:spPr>
          <a:xfrm>
            <a:off x="6796213" y="2359850"/>
            <a:ext cx="1691100" cy="1691100"/>
          </a:xfrm>
          <a:prstGeom prst="rect">
            <a:avLst/>
          </a:prstGeom>
          <a:noFill/>
          <a:ln>
            <a:noFill/>
          </a:ln>
        </p:spPr>
      </p:sp>
      <p:sp>
        <p:nvSpPr>
          <p:cNvPr id="30" name="Google Shape;30;p6"/>
          <p:cNvSpPr>
            <a:spLocks noGrp="1"/>
          </p:cNvSpPr>
          <p:nvPr>
            <p:ph type="pic" idx="4"/>
          </p:nvPr>
        </p:nvSpPr>
        <p:spPr>
          <a:xfrm>
            <a:off x="2703196" y="2359850"/>
            <a:ext cx="1691100" cy="1691100"/>
          </a:xfrm>
          <a:prstGeom prst="rect">
            <a:avLst/>
          </a:prstGeom>
          <a:noFill/>
          <a:ln>
            <a:noFill/>
          </a:ln>
        </p:spPr>
      </p:sp>
      <p:sp>
        <p:nvSpPr>
          <p:cNvPr id="31" name="Google Shape;31;p6"/>
          <p:cNvSpPr>
            <a:spLocks noGrp="1"/>
          </p:cNvSpPr>
          <p:nvPr>
            <p:ph type="pic" idx="5"/>
          </p:nvPr>
        </p:nvSpPr>
        <p:spPr>
          <a:xfrm>
            <a:off x="4749704" y="2359850"/>
            <a:ext cx="1691100" cy="16911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490250" y="450150"/>
            <a:ext cx="41064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5" name="Google Shape;35;p7"/>
          <p:cNvSpPr>
            <a:spLocks noGrp="1"/>
          </p:cNvSpPr>
          <p:nvPr>
            <p:ph type="pic" idx="2"/>
          </p:nvPr>
        </p:nvSpPr>
        <p:spPr>
          <a:xfrm>
            <a:off x="3814650" y="1349025"/>
            <a:ext cx="4657800" cy="2818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8"/>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 name="Google Shape;39;p8"/>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8"/>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9"/>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4" name="Google Shape;4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Anton"/>
              <a:buNone/>
              <a:defRPr sz="2800">
                <a:solidFill>
                  <a:schemeClr val="dk1"/>
                </a:solidFill>
                <a:latin typeface="Anton"/>
                <a:ea typeface="Anton"/>
                <a:cs typeface="Anton"/>
                <a:sym typeface="Anton"/>
              </a:defRPr>
            </a:lvl1pPr>
            <a:lvl2pPr lvl="1">
              <a:spcBef>
                <a:spcPts val="0"/>
              </a:spcBef>
              <a:spcAft>
                <a:spcPts val="0"/>
              </a:spcAft>
              <a:buClr>
                <a:schemeClr val="dk1"/>
              </a:buClr>
              <a:buSzPts val="2800"/>
              <a:buFont typeface="Anton"/>
              <a:buNone/>
              <a:defRPr sz="2800">
                <a:solidFill>
                  <a:schemeClr val="dk1"/>
                </a:solidFill>
                <a:latin typeface="Anton"/>
                <a:ea typeface="Anton"/>
                <a:cs typeface="Anton"/>
                <a:sym typeface="Anton"/>
              </a:defRPr>
            </a:lvl2pPr>
            <a:lvl3pPr lvl="2">
              <a:spcBef>
                <a:spcPts val="0"/>
              </a:spcBef>
              <a:spcAft>
                <a:spcPts val="0"/>
              </a:spcAft>
              <a:buClr>
                <a:schemeClr val="dk1"/>
              </a:buClr>
              <a:buSzPts val="2800"/>
              <a:buFont typeface="Anton"/>
              <a:buNone/>
              <a:defRPr sz="2800">
                <a:solidFill>
                  <a:schemeClr val="dk1"/>
                </a:solidFill>
                <a:latin typeface="Anton"/>
                <a:ea typeface="Anton"/>
                <a:cs typeface="Anton"/>
                <a:sym typeface="Anton"/>
              </a:defRPr>
            </a:lvl3pPr>
            <a:lvl4pPr lvl="3">
              <a:spcBef>
                <a:spcPts val="0"/>
              </a:spcBef>
              <a:spcAft>
                <a:spcPts val="0"/>
              </a:spcAft>
              <a:buClr>
                <a:schemeClr val="dk1"/>
              </a:buClr>
              <a:buSzPts val="2800"/>
              <a:buFont typeface="Anton"/>
              <a:buNone/>
              <a:defRPr sz="2800">
                <a:solidFill>
                  <a:schemeClr val="dk1"/>
                </a:solidFill>
                <a:latin typeface="Anton"/>
                <a:ea typeface="Anton"/>
                <a:cs typeface="Anton"/>
                <a:sym typeface="Anton"/>
              </a:defRPr>
            </a:lvl4pPr>
            <a:lvl5pPr lvl="4">
              <a:spcBef>
                <a:spcPts val="0"/>
              </a:spcBef>
              <a:spcAft>
                <a:spcPts val="0"/>
              </a:spcAft>
              <a:buClr>
                <a:schemeClr val="dk1"/>
              </a:buClr>
              <a:buSzPts val="2800"/>
              <a:buFont typeface="Anton"/>
              <a:buNone/>
              <a:defRPr sz="2800">
                <a:solidFill>
                  <a:schemeClr val="dk1"/>
                </a:solidFill>
                <a:latin typeface="Anton"/>
                <a:ea typeface="Anton"/>
                <a:cs typeface="Anton"/>
                <a:sym typeface="Anton"/>
              </a:defRPr>
            </a:lvl5pPr>
            <a:lvl6pPr lvl="5">
              <a:spcBef>
                <a:spcPts val="0"/>
              </a:spcBef>
              <a:spcAft>
                <a:spcPts val="0"/>
              </a:spcAft>
              <a:buClr>
                <a:schemeClr val="dk1"/>
              </a:buClr>
              <a:buSzPts val="2800"/>
              <a:buFont typeface="Anton"/>
              <a:buNone/>
              <a:defRPr sz="2800">
                <a:solidFill>
                  <a:schemeClr val="dk1"/>
                </a:solidFill>
                <a:latin typeface="Anton"/>
                <a:ea typeface="Anton"/>
                <a:cs typeface="Anton"/>
                <a:sym typeface="Anton"/>
              </a:defRPr>
            </a:lvl6pPr>
            <a:lvl7pPr lvl="6">
              <a:spcBef>
                <a:spcPts val="0"/>
              </a:spcBef>
              <a:spcAft>
                <a:spcPts val="0"/>
              </a:spcAft>
              <a:buClr>
                <a:schemeClr val="dk1"/>
              </a:buClr>
              <a:buSzPts val="2800"/>
              <a:buFont typeface="Anton"/>
              <a:buNone/>
              <a:defRPr sz="2800">
                <a:solidFill>
                  <a:schemeClr val="dk1"/>
                </a:solidFill>
                <a:latin typeface="Anton"/>
                <a:ea typeface="Anton"/>
                <a:cs typeface="Anton"/>
                <a:sym typeface="Anton"/>
              </a:defRPr>
            </a:lvl7pPr>
            <a:lvl8pPr lvl="7">
              <a:spcBef>
                <a:spcPts val="0"/>
              </a:spcBef>
              <a:spcAft>
                <a:spcPts val="0"/>
              </a:spcAft>
              <a:buClr>
                <a:schemeClr val="dk1"/>
              </a:buClr>
              <a:buSzPts val="2800"/>
              <a:buFont typeface="Anton"/>
              <a:buNone/>
              <a:defRPr sz="2800">
                <a:solidFill>
                  <a:schemeClr val="dk1"/>
                </a:solidFill>
                <a:latin typeface="Anton"/>
                <a:ea typeface="Anton"/>
                <a:cs typeface="Anton"/>
                <a:sym typeface="Anton"/>
              </a:defRPr>
            </a:lvl8pPr>
            <a:lvl9pPr lvl="8">
              <a:spcBef>
                <a:spcPts val="0"/>
              </a:spcBef>
              <a:spcAft>
                <a:spcPts val="0"/>
              </a:spcAft>
              <a:buClr>
                <a:schemeClr val="dk1"/>
              </a:buClr>
              <a:buSzPts val="2800"/>
              <a:buFont typeface="Anton"/>
              <a:buNone/>
              <a:defRPr sz="2800">
                <a:solidFill>
                  <a:schemeClr val="dk1"/>
                </a:solidFill>
                <a:latin typeface="Anton"/>
                <a:ea typeface="Anton"/>
                <a:cs typeface="Anton"/>
                <a:sym typeface="Anton"/>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Anton"/>
              <a:buChar char="●"/>
              <a:defRPr sz="1800">
                <a:solidFill>
                  <a:schemeClr val="dk2"/>
                </a:solidFill>
                <a:latin typeface="Anton"/>
                <a:ea typeface="Anton"/>
                <a:cs typeface="Anton"/>
                <a:sym typeface="Anton"/>
              </a:defRPr>
            </a:lvl1pPr>
            <a:lvl2pPr marL="914400" lvl="1" indent="-317500">
              <a:lnSpc>
                <a:spcPct val="115000"/>
              </a:lnSpc>
              <a:spcBef>
                <a:spcPts val="0"/>
              </a:spcBef>
              <a:spcAft>
                <a:spcPts val="0"/>
              </a:spcAft>
              <a:buClr>
                <a:schemeClr val="dk2"/>
              </a:buClr>
              <a:buSzPts val="1400"/>
              <a:buFont typeface="Anton"/>
              <a:buChar char="○"/>
              <a:defRPr>
                <a:solidFill>
                  <a:schemeClr val="dk2"/>
                </a:solidFill>
                <a:latin typeface="Anton"/>
                <a:ea typeface="Anton"/>
                <a:cs typeface="Anton"/>
                <a:sym typeface="Anton"/>
              </a:defRPr>
            </a:lvl2pPr>
            <a:lvl3pPr marL="1371600" lvl="2" indent="-317500">
              <a:lnSpc>
                <a:spcPct val="115000"/>
              </a:lnSpc>
              <a:spcBef>
                <a:spcPts val="0"/>
              </a:spcBef>
              <a:spcAft>
                <a:spcPts val="0"/>
              </a:spcAft>
              <a:buClr>
                <a:schemeClr val="dk2"/>
              </a:buClr>
              <a:buSzPts val="1400"/>
              <a:buFont typeface="Alata"/>
              <a:buChar char="■"/>
              <a:defRPr>
                <a:solidFill>
                  <a:schemeClr val="dk2"/>
                </a:solidFill>
                <a:latin typeface="Alata"/>
                <a:ea typeface="Alata"/>
                <a:cs typeface="Alata"/>
                <a:sym typeface="Alata"/>
              </a:defRPr>
            </a:lvl3pPr>
            <a:lvl4pPr marL="1828800" lvl="3" indent="-317500">
              <a:lnSpc>
                <a:spcPct val="115000"/>
              </a:lnSpc>
              <a:spcBef>
                <a:spcPts val="0"/>
              </a:spcBef>
              <a:spcAft>
                <a:spcPts val="0"/>
              </a:spcAft>
              <a:buClr>
                <a:schemeClr val="dk2"/>
              </a:buClr>
              <a:buSzPts val="1400"/>
              <a:buFont typeface="Alata"/>
              <a:buChar char="●"/>
              <a:defRPr>
                <a:solidFill>
                  <a:schemeClr val="dk2"/>
                </a:solidFill>
                <a:latin typeface="Alata"/>
                <a:ea typeface="Alata"/>
                <a:cs typeface="Alata"/>
                <a:sym typeface="Alata"/>
              </a:defRPr>
            </a:lvl4pPr>
            <a:lvl5pPr marL="2286000" lvl="4" indent="-317500">
              <a:lnSpc>
                <a:spcPct val="115000"/>
              </a:lnSpc>
              <a:spcBef>
                <a:spcPts val="0"/>
              </a:spcBef>
              <a:spcAft>
                <a:spcPts val="0"/>
              </a:spcAft>
              <a:buClr>
                <a:schemeClr val="dk2"/>
              </a:buClr>
              <a:buSzPts val="1400"/>
              <a:buFont typeface="Alata"/>
              <a:buChar char="○"/>
              <a:defRPr>
                <a:solidFill>
                  <a:schemeClr val="dk2"/>
                </a:solidFill>
                <a:latin typeface="Alata"/>
                <a:ea typeface="Alata"/>
                <a:cs typeface="Alata"/>
                <a:sym typeface="Alata"/>
              </a:defRPr>
            </a:lvl5pPr>
            <a:lvl6pPr marL="2743200" lvl="5" indent="-317500">
              <a:lnSpc>
                <a:spcPct val="115000"/>
              </a:lnSpc>
              <a:spcBef>
                <a:spcPts val="0"/>
              </a:spcBef>
              <a:spcAft>
                <a:spcPts val="0"/>
              </a:spcAft>
              <a:buClr>
                <a:schemeClr val="dk2"/>
              </a:buClr>
              <a:buSzPts val="1400"/>
              <a:buFont typeface="Alata"/>
              <a:buChar char="■"/>
              <a:defRPr>
                <a:solidFill>
                  <a:schemeClr val="dk2"/>
                </a:solidFill>
                <a:latin typeface="Alata"/>
                <a:ea typeface="Alata"/>
                <a:cs typeface="Alata"/>
                <a:sym typeface="Alata"/>
              </a:defRPr>
            </a:lvl6pPr>
            <a:lvl7pPr marL="3200400" lvl="6" indent="-317500">
              <a:lnSpc>
                <a:spcPct val="115000"/>
              </a:lnSpc>
              <a:spcBef>
                <a:spcPts val="0"/>
              </a:spcBef>
              <a:spcAft>
                <a:spcPts val="0"/>
              </a:spcAft>
              <a:buClr>
                <a:schemeClr val="dk2"/>
              </a:buClr>
              <a:buSzPts val="1400"/>
              <a:buFont typeface="Alata"/>
              <a:buChar char="●"/>
              <a:defRPr>
                <a:solidFill>
                  <a:schemeClr val="dk2"/>
                </a:solidFill>
                <a:latin typeface="Alata"/>
                <a:ea typeface="Alata"/>
                <a:cs typeface="Alata"/>
                <a:sym typeface="Alata"/>
              </a:defRPr>
            </a:lvl7pPr>
            <a:lvl8pPr marL="3657600" lvl="7" indent="-317500">
              <a:lnSpc>
                <a:spcPct val="115000"/>
              </a:lnSpc>
              <a:spcBef>
                <a:spcPts val="0"/>
              </a:spcBef>
              <a:spcAft>
                <a:spcPts val="0"/>
              </a:spcAft>
              <a:buClr>
                <a:schemeClr val="dk2"/>
              </a:buClr>
              <a:buSzPts val="1400"/>
              <a:buFont typeface="Alata"/>
              <a:buChar char="○"/>
              <a:defRPr>
                <a:solidFill>
                  <a:schemeClr val="dk2"/>
                </a:solidFill>
                <a:latin typeface="Alata"/>
                <a:ea typeface="Alata"/>
                <a:cs typeface="Alata"/>
                <a:sym typeface="Alata"/>
              </a:defRPr>
            </a:lvl8pPr>
            <a:lvl9pPr marL="4114800" lvl="8" indent="-317500">
              <a:lnSpc>
                <a:spcPct val="115000"/>
              </a:lnSpc>
              <a:spcBef>
                <a:spcPts val="0"/>
              </a:spcBef>
              <a:spcAft>
                <a:spcPts val="0"/>
              </a:spcAft>
              <a:buClr>
                <a:schemeClr val="dk2"/>
              </a:buClr>
              <a:buSzPts val="1400"/>
              <a:buFont typeface="Alata"/>
              <a:buChar char="■"/>
              <a:defRPr>
                <a:solidFill>
                  <a:schemeClr val="dk2"/>
                </a:solidFill>
                <a:latin typeface="Alata"/>
                <a:ea typeface="Alata"/>
                <a:cs typeface="Alata"/>
                <a:sym typeface="Alat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AE8F3"/>
        </a:solidFill>
        <a:effectLst/>
      </p:bgPr>
    </p:bg>
    <p:spTree>
      <p:nvGrpSpPr>
        <p:cNvPr id="1" name="Shape 50"/>
        <p:cNvGrpSpPr/>
        <p:nvPr/>
      </p:nvGrpSpPr>
      <p:grpSpPr>
        <a:xfrm>
          <a:off x="0" y="0"/>
          <a:ext cx="0" cy="0"/>
          <a:chOff x="0" y="0"/>
          <a:chExt cx="0" cy="0"/>
        </a:xfrm>
      </p:grpSpPr>
      <p:sp>
        <p:nvSpPr>
          <p:cNvPr id="51" name="Google Shape;51;p11"/>
          <p:cNvSpPr txBox="1"/>
          <p:nvPr/>
        </p:nvSpPr>
        <p:spPr>
          <a:xfrm>
            <a:off x="1543050" y="1088659"/>
            <a:ext cx="5711409" cy="2954655"/>
          </a:xfrm>
          <a:prstGeom prst="rect">
            <a:avLst/>
          </a:prstGeom>
          <a:noFill/>
          <a:ln>
            <a:noFill/>
          </a:ln>
        </p:spPr>
        <p:txBody>
          <a:bodyPr spcFirstLastPara="1" wrap="square" lIns="0" tIns="0" rIns="0" bIns="0" anchor="t" anchorCtr="0">
            <a:spAutoFit/>
          </a:bodyPr>
          <a:lstStyle/>
          <a:p>
            <a:pPr marL="0" marR="0" lvl="0" indent="0" algn="ctr" rtl="0">
              <a:lnSpc>
                <a:spcPct val="80000"/>
              </a:lnSpc>
              <a:spcBef>
                <a:spcPts val="0"/>
              </a:spcBef>
              <a:spcAft>
                <a:spcPts val="0"/>
              </a:spcAft>
              <a:buNone/>
            </a:pPr>
            <a:r>
              <a:rPr lang="en" sz="6000" dirty="0">
                <a:solidFill>
                  <a:srgbClr val="191515"/>
                </a:solidFill>
                <a:latin typeface="Anton"/>
                <a:ea typeface="Anton"/>
                <a:cs typeface="Anton"/>
                <a:sym typeface="Anton"/>
              </a:rPr>
              <a:t>TELECOM NETWORK PERFORMANCE AND OPERQATIONAL PLATFORM </a:t>
            </a:r>
            <a:endParaRPr sz="6000" dirty="0"/>
          </a:p>
        </p:txBody>
      </p:sp>
      <p:sp>
        <p:nvSpPr>
          <p:cNvPr id="52" name="Google Shape;52;p11"/>
          <p:cNvSpPr txBox="1"/>
          <p:nvPr/>
        </p:nvSpPr>
        <p:spPr>
          <a:xfrm>
            <a:off x="514350" y="344488"/>
            <a:ext cx="1734918" cy="195759"/>
          </a:xfrm>
          <a:prstGeom prst="rect">
            <a:avLst/>
          </a:prstGeom>
          <a:noFill/>
          <a:ln>
            <a:noFill/>
          </a:ln>
        </p:spPr>
        <p:txBody>
          <a:bodyPr spcFirstLastPara="1" wrap="square" lIns="0" tIns="0" rIns="0" bIns="0" anchor="t" anchorCtr="0">
            <a:spAutoFit/>
          </a:bodyPr>
          <a:lstStyle/>
          <a:p>
            <a:pPr marL="0" marR="0" lvl="0" indent="0" algn="l" rtl="0">
              <a:lnSpc>
                <a:spcPct val="106002"/>
              </a:lnSpc>
              <a:spcBef>
                <a:spcPts val="0"/>
              </a:spcBef>
              <a:spcAft>
                <a:spcPts val="0"/>
              </a:spcAft>
              <a:buNone/>
            </a:pPr>
            <a:r>
              <a:rPr lang="en" sz="1200" dirty="0">
                <a:solidFill>
                  <a:srgbClr val="191515"/>
                </a:solidFill>
                <a:latin typeface="Anton"/>
                <a:sym typeface="Anton"/>
              </a:rPr>
              <a:t>P. SREE LIKITHAA</a:t>
            </a:r>
            <a:endParaRPr sz="700" dirty="0"/>
          </a:p>
        </p:txBody>
      </p:sp>
      <p:sp>
        <p:nvSpPr>
          <p:cNvPr id="54" name="Google Shape;54;p11"/>
          <p:cNvSpPr txBox="1"/>
          <p:nvPr/>
        </p:nvSpPr>
        <p:spPr>
          <a:xfrm>
            <a:off x="7729919" y="363407"/>
            <a:ext cx="899732" cy="195759"/>
          </a:xfrm>
          <a:prstGeom prst="rect">
            <a:avLst/>
          </a:prstGeom>
          <a:noFill/>
          <a:ln>
            <a:noFill/>
          </a:ln>
        </p:spPr>
        <p:txBody>
          <a:bodyPr spcFirstLastPara="1" wrap="square" lIns="0" tIns="0" rIns="0" bIns="0" anchor="t" anchorCtr="0">
            <a:spAutoFit/>
          </a:bodyPr>
          <a:lstStyle/>
          <a:p>
            <a:pPr marL="0" marR="0" lvl="1" indent="0" algn="r" rtl="0">
              <a:lnSpc>
                <a:spcPct val="106002"/>
              </a:lnSpc>
              <a:spcBef>
                <a:spcPts val="0"/>
              </a:spcBef>
              <a:spcAft>
                <a:spcPts val="0"/>
              </a:spcAft>
              <a:buNone/>
            </a:pPr>
            <a:r>
              <a:rPr lang="en" sz="1200" b="0" i="0" u="none" strike="noStrike" cap="none" dirty="0">
                <a:solidFill>
                  <a:srgbClr val="191515"/>
                </a:solidFill>
                <a:latin typeface="Anton"/>
                <a:ea typeface="Anton"/>
                <a:cs typeface="Anton"/>
                <a:sym typeface="Anton"/>
              </a:rPr>
              <a:t>T8966.</a:t>
            </a:r>
            <a:endParaRPr sz="700" dirty="0"/>
          </a:p>
        </p:txBody>
      </p:sp>
      <p:cxnSp>
        <p:nvCxnSpPr>
          <p:cNvPr id="55" name="Google Shape;55;p11"/>
          <p:cNvCxnSpPr/>
          <p:nvPr/>
        </p:nvCxnSpPr>
        <p:spPr>
          <a:xfrm>
            <a:off x="8135185" y="4699925"/>
            <a:ext cx="494465" cy="0"/>
          </a:xfrm>
          <a:prstGeom prst="straightConnector1">
            <a:avLst/>
          </a:prstGeom>
          <a:noFill/>
          <a:ln w="19050" cap="flat" cmpd="sng">
            <a:solidFill>
              <a:srgbClr val="000000"/>
            </a:solidFill>
            <a:prstDash val="dot"/>
            <a:round/>
            <a:headEnd type="none" w="sm" len="sm"/>
            <a:tailEnd type="stealth"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AE8F3"/>
        </a:solidFill>
        <a:effectLst/>
      </p:bgPr>
    </p:bg>
    <p:spTree>
      <p:nvGrpSpPr>
        <p:cNvPr id="1" name="Shape 83"/>
        <p:cNvGrpSpPr/>
        <p:nvPr/>
      </p:nvGrpSpPr>
      <p:grpSpPr>
        <a:xfrm>
          <a:off x="0" y="0"/>
          <a:ext cx="0" cy="0"/>
          <a:chOff x="0" y="0"/>
          <a:chExt cx="0" cy="0"/>
        </a:xfrm>
      </p:grpSpPr>
      <p:sp>
        <p:nvSpPr>
          <p:cNvPr id="85" name="Google Shape;85;p14"/>
          <p:cNvSpPr txBox="1"/>
          <p:nvPr/>
        </p:nvSpPr>
        <p:spPr>
          <a:xfrm>
            <a:off x="514350" y="516133"/>
            <a:ext cx="6662057" cy="954107"/>
          </a:xfrm>
          <a:prstGeom prst="rect">
            <a:avLst/>
          </a:prstGeom>
          <a:noFill/>
          <a:ln>
            <a:noFill/>
          </a:ln>
        </p:spPr>
        <p:txBody>
          <a:bodyPr spcFirstLastPara="1" wrap="square" lIns="0" tIns="0" rIns="0" bIns="0" anchor="t" anchorCtr="0">
            <a:spAutoFit/>
          </a:bodyPr>
          <a:lstStyle/>
          <a:p>
            <a:pPr marL="0" marR="0" lvl="1" indent="0" algn="l" rtl="0">
              <a:lnSpc>
                <a:spcPct val="100000"/>
              </a:lnSpc>
              <a:spcBef>
                <a:spcPts val="0"/>
              </a:spcBef>
              <a:spcAft>
                <a:spcPts val="0"/>
              </a:spcAft>
              <a:buNone/>
            </a:pPr>
            <a:r>
              <a:rPr lang="en" sz="6200" b="0" i="0" u="none" strike="noStrike" cap="none" dirty="0">
                <a:solidFill>
                  <a:srgbClr val="191515"/>
                </a:solidFill>
                <a:latin typeface="Anton"/>
                <a:ea typeface="Anton"/>
                <a:cs typeface="Anton"/>
                <a:sym typeface="Anton"/>
              </a:rPr>
              <a:t>PROBLEM STATEMENT </a:t>
            </a:r>
            <a:endParaRPr sz="700" dirty="0"/>
          </a:p>
        </p:txBody>
      </p:sp>
      <p:sp>
        <p:nvSpPr>
          <p:cNvPr id="87" name="Google Shape;87;p14"/>
          <p:cNvSpPr txBox="1"/>
          <p:nvPr/>
        </p:nvSpPr>
        <p:spPr>
          <a:xfrm>
            <a:off x="514349" y="1938897"/>
            <a:ext cx="7862207" cy="2154436"/>
          </a:xfrm>
          <a:prstGeom prst="rect">
            <a:avLst/>
          </a:prstGeom>
          <a:noFill/>
          <a:ln>
            <a:noFill/>
          </a:ln>
        </p:spPr>
        <p:txBody>
          <a:bodyPr spcFirstLastPara="1" wrap="square" lIns="0" tIns="0" rIns="0" bIns="0" anchor="t" anchorCtr="0">
            <a:spAutoFit/>
          </a:bodyPr>
          <a:lstStyle/>
          <a:p>
            <a:pPr marL="0" marR="0" lvl="1" indent="0" algn="just" rtl="0">
              <a:lnSpc>
                <a:spcPct val="100000"/>
              </a:lnSpc>
              <a:spcBef>
                <a:spcPts val="0"/>
              </a:spcBef>
              <a:spcAft>
                <a:spcPts val="0"/>
              </a:spcAft>
              <a:buNone/>
            </a:pPr>
            <a:r>
              <a:rPr lang="en-US" dirty="0">
                <a:solidFill>
                  <a:srgbClr val="191515"/>
                </a:solidFill>
                <a:latin typeface="Alata"/>
                <a:ea typeface="Alata"/>
                <a:cs typeface="Alata"/>
                <a:sym typeface="Alata"/>
              </a:rPr>
              <a:t>Telecom network operations generate large volumes of heterogenous data across tower infrastructure, network equipment, performance KPIs, alarm events, customer complaints, operational costs and RF compliance systems. These data sources often exist in silos and lack standardization, making it difficult to integrate, validate and analyze them collectively for end-to-end network visibility. </a:t>
            </a:r>
          </a:p>
          <a:p>
            <a:pPr marL="0" marR="0" lvl="1" indent="0" algn="just" rtl="0">
              <a:lnSpc>
                <a:spcPct val="100000"/>
              </a:lnSpc>
              <a:spcBef>
                <a:spcPts val="0"/>
              </a:spcBef>
              <a:spcAft>
                <a:spcPts val="0"/>
              </a:spcAft>
              <a:buNone/>
            </a:pPr>
            <a:endParaRPr lang="en-US" b="0" i="0" u="none" strike="noStrike" cap="none" dirty="0">
              <a:solidFill>
                <a:srgbClr val="191515"/>
              </a:solidFill>
              <a:latin typeface="Alata"/>
              <a:ea typeface="Alata"/>
              <a:cs typeface="Alata"/>
              <a:sym typeface="Alata"/>
            </a:endParaRPr>
          </a:p>
          <a:p>
            <a:pPr marL="0" marR="0" lvl="1" indent="0" algn="just" rtl="0">
              <a:lnSpc>
                <a:spcPct val="100000"/>
              </a:lnSpc>
              <a:spcBef>
                <a:spcPts val="0"/>
              </a:spcBef>
              <a:spcAft>
                <a:spcPts val="0"/>
              </a:spcAft>
              <a:buNone/>
            </a:pPr>
            <a:r>
              <a:rPr lang="en-US" dirty="0">
                <a:solidFill>
                  <a:srgbClr val="191515"/>
                </a:solidFill>
                <a:latin typeface="Alata"/>
                <a:ea typeface="Alata"/>
                <a:cs typeface="Alata"/>
                <a:sym typeface="Alata"/>
              </a:rPr>
              <a:t>The absence of centralized, analytics-ready data architecture limits effective KPI monitoring and decision-making. Without a unified data pipeline and curated data layer, stakeholders struggle to assess network reliability, service quality, operational efficiency and compliance risks in a timely manner, leading to reactive issue resolution and suboptimal resource utilization. </a:t>
            </a:r>
            <a:endParaRPr b="0" i="0" u="none" strike="noStrike" cap="none" dirty="0">
              <a:solidFill>
                <a:srgbClr val="191515"/>
              </a:solidFill>
              <a:latin typeface="Alata"/>
              <a:ea typeface="Alata"/>
              <a:cs typeface="Alata"/>
              <a:sym typeface="Alat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AE8F3"/>
        </a:solidFill>
        <a:effectLst/>
      </p:bgPr>
    </p:bg>
    <p:spTree>
      <p:nvGrpSpPr>
        <p:cNvPr id="1" name="Shape 83">
          <a:extLst>
            <a:ext uri="{FF2B5EF4-FFF2-40B4-BE49-F238E27FC236}">
              <a16:creationId xmlns:a16="http://schemas.microsoft.com/office/drawing/2014/main" id="{129F7B03-0042-DF13-99A5-A97C047EE731}"/>
            </a:ext>
          </a:extLst>
        </p:cNvPr>
        <p:cNvGrpSpPr/>
        <p:nvPr/>
      </p:nvGrpSpPr>
      <p:grpSpPr>
        <a:xfrm>
          <a:off x="0" y="0"/>
          <a:ext cx="0" cy="0"/>
          <a:chOff x="0" y="0"/>
          <a:chExt cx="0" cy="0"/>
        </a:xfrm>
      </p:grpSpPr>
      <p:sp>
        <p:nvSpPr>
          <p:cNvPr id="85" name="Google Shape;85;p14">
            <a:extLst>
              <a:ext uri="{FF2B5EF4-FFF2-40B4-BE49-F238E27FC236}">
                <a16:creationId xmlns:a16="http://schemas.microsoft.com/office/drawing/2014/main" id="{FCE15295-B49E-5215-B5AA-B2AA108806AB}"/>
              </a:ext>
            </a:extLst>
          </p:cNvPr>
          <p:cNvSpPr txBox="1"/>
          <p:nvPr/>
        </p:nvSpPr>
        <p:spPr>
          <a:xfrm>
            <a:off x="514350" y="516133"/>
            <a:ext cx="6662057" cy="954107"/>
          </a:xfrm>
          <a:prstGeom prst="rect">
            <a:avLst/>
          </a:prstGeom>
          <a:noFill/>
          <a:ln>
            <a:noFill/>
          </a:ln>
        </p:spPr>
        <p:txBody>
          <a:bodyPr spcFirstLastPara="1" wrap="square" lIns="0" tIns="0" rIns="0" bIns="0" anchor="t" anchorCtr="0">
            <a:spAutoFit/>
          </a:bodyPr>
          <a:lstStyle/>
          <a:p>
            <a:pPr marL="0" marR="0" lvl="1" indent="0" algn="l" rtl="0">
              <a:lnSpc>
                <a:spcPct val="100000"/>
              </a:lnSpc>
              <a:spcBef>
                <a:spcPts val="0"/>
              </a:spcBef>
              <a:spcAft>
                <a:spcPts val="0"/>
              </a:spcAft>
              <a:buNone/>
            </a:pPr>
            <a:r>
              <a:rPr lang="en" sz="6200" b="0" i="0" u="none" strike="noStrike" cap="none" dirty="0">
                <a:solidFill>
                  <a:srgbClr val="191515"/>
                </a:solidFill>
                <a:latin typeface="Anton"/>
                <a:ea typeface="Anton"/>
                <a:cs typeface="Anton"/>
                <a:sym typeface="Anton"/>
              </a:rPr>
              <a:t>TOOLS &amp; TECHNOLOGY </a:t>
            </a:r>
            <a:endParaRPr sz="700" dirty="0"/>
          </a:p>
        </p:txBody>
      </p:sp>
      <p:graphicFrame>
        <p:nvGraphicFramePr>
          <p:cNvPr id="2" name="Table 1">
            <a:extLst>
              <a:ext uri="{FF2B5EF4-FFF2-40B4-BE49-F238E27FC236}">
                <a16:creationId xmlns:a16="http://schemas.microsoft.com/office/drawing/2014/main" id="{2A5639D4-AB1D-80D2-DA82-4A206A873FBB}"/>
              </a:ext>
            </a:extLst>
          </p:cNvPr>
          <p:cNvGraphicFramePr>
            <a:graphicFrameLocks noGrp="1"/>
          </p:cNvGraphicFramePr>
          <p:nvPr>
            <p:extLst>
              <p:ext uri="{D42A27DB-BD31-4B8C-83A1-F6EECF244321}">
                <p14:modId xmlns:p14="http://schemas.microsoft.com/office/powerpoint/2010/main" val="4029946395"/>
              </p:ext>
            </p:extLst>
          </p:nvPr>
        </p:nvGraphicFramePr>
        <p:xfrm>
          <a:off x="1149446" y="2150693"/>
          <a:ext cx="6096000" cy="22250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59319164"/>
                    </a:ext>
                  </a:extLst>
                </a:gridCol>
                <a:gridCol w="3048000">
                  <a:extLst>
                    <a:ext uri="{9D8B030D-6E8A-4147-A177-3AD203B41FA5}">
                      <a16:colId xmlns:a16="http://schemas.microsoft.com/office/drawing/2014/main" val="981344371"/>
                    </a:ext>
                  </a:extLst>
                </a:gridCol>
              </a:tblGrid>
              <a:tr h="370840">
                <a:tc>
                  <a:txBody>
                    <a:bodyPr/>
                    <a:lstStyle/>
                    <a:p>
                      <a:pPr algn="ctr"/>
                      <a:r>
                        <a:rPr lang="en-US" dirty="0">
                          <a:latin typeface="Alata" panose="020B0604020202020204" charset="0"/>
                          <a:cs typeface="Alata" panose="020B0604020202020204" charset="0"/>
                        </a:rPr>
                        <a:t>Operation </a:t>
                      </a:r>
                      <a:endParaRPr lang="en-IN" dirty="0">
                        <a:latin typeface="Alata" panose="020B0604020202020204" charset="0"/>
                        <a:cs typeface="Alata" panose="020B0604020202020204" charset="0"/>
                      </a:endParaRPr>
                    </a:p>
                  </a:txBody>
                  <a:tcPr>
                    <a:solidFill>
                      <a:schemeClr val="bg1">
                        <a:lumMod val="50000"/>
                      </a:schemeClr>
                    </a:solidFill>
                  </a:tcPr>
                </a:tc>
                <a:tc>
                  <a:txBody>
                    <a:bodyPr/>
                    <a:lstStyle/>
                    <a:p>
                      <a:pPr algn="ctr"/>
                      <a:r>
                        <a:rPr lang="en-US" dirty="0">
                          <a:latin typeface="Alata" panose="020B0604020202020204" charset="0"/>
                          <a:cs typeface="Alata" panose="020B0604020202020204" charset="0"/>
                        </a:rPr>
                        <a:t>Tools </a:t>
                      </a:r>
                      <a:endParaRPr lang="en-IN" dirty="0">
                        <a:latin typeface="Alata" panose="020B0604020202020204" charset="0"/>
                        <a:cs typeface="Alata" panose="020B0604020202020204" charset="0"/>
                      </a:endParaRPr>
                    </a:p>
                  </a:txBody>
                  <a:tcPr>
                    <a:solidFill>
                      <a:schemeClr val="bg1">
                        <a:lumMod val="50000"/>
                      </a:schemeClr>
                    </a:solidFill>
                  </a:tcPr>
                </a:tc>
                <a:extLst>
                  <a:ext uri="{0D108BD9-81ED-4DB2-BD59-A6C34878D82A}">
                    <a16:rowId xmlns:a16="http://schemas.microsoft.com/office/drawing/2014/main" val="1632164173"/>
                  </a:ext>
                </a:extLst>
              </a:tr>
              <a:tr h="370840">
                <a:tc>
                  <a:txBody>
                    <a:bodyPr/>
                    <a:lstStyle/>
                    <a:p>
                      <a:pPr algn="ctr"/>
                      <a:r>
                        <a:rPr lang="en-US" dirty="0">
                          <a:latin typeface="Alata" panose="020B0604020202020204" charset="0"/>
                          <a:cs typeface="Alata" panose="020B0604020202020204" charset="0"/>
                        </a:rPr>
                        <a:t>Data Ingestion</a:t>
                      </a:r>
                      <a:endParaRPr lang="en-IN" dirty="0">
                        <a:latin typeface="Alata" panose="020B0604020202020204" charset="0"/>
                        <a:cs typeface="Alata" panose="020B0604020202020204" charset="0"/>
                      </a:endParaRPr>
                    </a:p>
                  </a:txBody>
                  <a:tcPr>
                    <a:solidFill>
                      <a:schemeClr val="bg1">
                        <a:lumMod val="90000"/>
                      </a:schemeClr>
                    </a:solidFill>
                  </a:tcPr>
                </a:tc>
                <a:tc>
                  <a:txBody>
                    <a:bodyPr/>
                    <a:lstStyle/>
                    <a:p>
                      <a:pPr algn="ctr"/>
                      <a:r>
                        <a:rPr lang="en-US" dirty="0">
                          <a:latin typeface="Alata" panose="020B0604020202020204" charset="0"/>
                          <a:cs typeface="Alata" panose="020B0604020202020204" charset="0"/>
                        </a:rPr>
                        <a:t>Azure Data Factory </a:t>
                      </a:r>
                      <a:endParaRPr lang="en-IN" dirty="0">
                        <a:latin typeface="Alata" panose="020B0604020202020204" charset="0"/>
                        <a:cs typeface="Alata" panose="020B0604020202020204" charset="0"/>
                      </a:endParaRPr>
                    </a:p>
                  </a:txBody>
                  <a:tcPr>
                    <a:solidFill>
                      <a:schemeClr val="bg1">
                        <a:lumMod val="90000"/>
                      </a:schemeClr>
                    </a:solidFill>
                  </a:tcPr>
                </a:tc>
                <a:extLst>
                  <a:ext uri="{0D108BD9-81ED-4DB2-BD59-A6C34878D82A}">
                    <a16:rowId xmlns:a16="http://schemas.microsoft.com/office/drawing/2014/main" val="2109634173"/>
                  </a:ext>
                </a:extLst>
              </a:tr>
              <a:tr h="370840">
                <a:tc>
                  <a:txBody>
                    <a:bodyPr/>
                    <a:lstStyle/>
                    <a:p>
                      <a:pPr algn="ctr"/>
                      <a:r>
                        <a:rPr lang="en-US" dirty="0">
                          <a:latin typeface="Alata" panose="020B0604020202020204" charset="0"/>
                          <a:cs typeface="Alata" panose="020B0604020202020204" charset="0"/>
                        </a:rPr>
                        <a:t>Storage </a:t>
                      </a:r>
                      <a:endParaRPr lang="en-IN" dirty="0">
                        <a:latin typeface="Alata" panose="020B0604020202020204" charset="0"/>
                        <a:cs typeface="Alata" panose="020B0604020202020204" charset="0"/>
                      </a:endParaRPr>
                    </a:p>
                  </a:txBody>
                  <a:tcPr>
                    <a:solidFill>
                      <a:schemeClr val="bg1">
                        <a:lumMod val="90000"/>
                      </a:schemeClr>
                    </a:solidFill>
                  </a:tcPr>
                </a:tc>
                <a:tc>
                  <a:txBody>
                    <a:bodyPr/>
                    <a:lstStyle/>
                    <a:p>
                      <a:pPr algn="ctr"/>
                      <a:r>
                        <a:rPr lang="en-US" dirty="0">
                          <a:latin typeface="Alata" panose="020B0604020202020204" charset="0"/>
                          <a:cs typeface="Alata" panose="020B0604020202020204" charset="0"/>
                        </a:rPr>
                        <a:t>Azure Data Lake </a:t>
                      </a:r>
                    </a:p>
                  </a:txBody>
                  <a:tcPr>
                    <a:solidFill>
                      <a:schemeClr val="bg1">
                        <a:lumMod val="90000"/>
                      </a:schemeClr>
                    </a:solidFill>
                  </a:tcPr>
                </a:tc>
                <a:extLst>
                  <a:ext uri="{0D108BD9-81ED-4DB2-BD59-A6C34878D82A}">
                    <a16:rowId xmlns:a16="http://schemas.microsoft.com/office/drawing/2014/main" val="3541774509"/>
                  </a:ext>
                </a:extLst>
              </a:tr>
              <a:tr h="370840">
                <a:tc>
                  <a:txBody>
                    <a:bodyPr/>
                    <a:lstStyle/>
                    <a:p>
                      <a:pPr algn="ctr"/>
                      <a:r>
                        <a:rPr lang="en-US" dirty="0">
                          <a:latin typeface="Alata" panose="020B0604020202020204" charset="0"/>
                          <a:cs typeface="Alata" panose="020B0604020202020204" charset="0"/>
                        </a:rPr>
                        <a:t>Processing </a:t>
                      </a:r>
                      <a:endParaRPr lang="en-IN" dirty="0">
                        <a:latin typeface="Alata" panose="020B0604020202020204" charset="0"/>
                        <a:cs typeface="Alata" panose="020B0604020202020204" charset="0"/>
                      </a:endParaRPr>
                    </a:p>
                  </a:txBody>
                  <a:tcPr>
                    <a:solidFill>
                      <a:schemeClr val="bg1">
                        <a:lumMod val="90000"/>
                      </a:schemeClr>
                    </a:solidFill>
                  </a:tcPr>
                </a:tc>
                <a:tc>
                  <a:txBody>
                    <a:bodyPr/>
                    <a:lstStyle/>
                    <a:p>
                      <a:pPr algn="ctr"/>
                      <a:r>
                        <a:rPr lang="en-US" dirty="0">
                          <a:latin typeface="Alata" panose="020B0604020202020204" charset="0"/>
                          <a:cs typeface="Alata" panose="020B0604020202020204" charset="0"/>
                        </a:rPr>
                        <a:t>Azure Databricks </a:t>
                      </a:r>
                    </a:p>
                  </a:txBody>
                  <a:tcPr>
                    <a:solidFill>
                      <a:schemeClr val="bg1">
                        <a:lumMod val="90000"/>
                      </a:schemeClr>
                    </a:solidFill>
                  </a:tcPr>
                </a:tc>
                <a:extLst>
                  <a:ext uri="{0D108BD9-81ED-4DB2-BD59-A6C34878D82A}">
                    <a16:rowId xmlns:a16="http://schemas.microsoft.com/office/drawing/2014/main" val="3820960555"/>
                  </a:ext>
                </a:extLst>
              </a:tr>
              <a:tr h="370840">
                <a:tc>
                  <a:txBody>
                    <a:bodyPr/>
                    <a:lstStyle/>
                    <a:p>
                      <a:pPr algn="ctr"/>
                      <a:r>
                        <a:rPr lang="en-US" dirty="0">
                          <a:latin typeface="Alata" panose="020B0604020202020204" charset="0"/>
                          <a:cs typeface="Alata" panose="020B0604020202020204" charset="0"/>
                        </a:rPr>
                        <a:t>Analytics </a:t>
                      </a:r>
                      <a:endParaRPr lang="en-IN" dirty="0">
                        <a:latin typeface="Alata" panose="020B0604020202020204" charset="0"/>
                        <a:cs typeface="Alata" panose="020B0604020202020204" charset="0"/>
                      </a:endParaRPr>
                    </a:p>
                  </a:txBody>
                  <a:tcPr>
                    <a:solidFill>
                      <a:schemeClr val="bg1">
                        <a:lumMod val="90000"/>
                      </a:schemeClr>
                    </a:solidFill>
                  </a:tcPr>
                </a:tc>
                <a:tc>
                  <a:txBody>
                    <a:bodyPr/>
                    <a:lstStyle/>
                    <a:p>
                      <a:pPr algn="ctr"/>
                      <a:r>
                        <a:rPr lang="en-US" dirty="0">
                          <a:latin typeface="Alata" panose="020B0604020202020204" charset="0"/>
                          <a:cs typeface="Alata" panose="020B0604020202020204" charset="0"/>
                        </a:rPr>
                        <a:t>Azure Synapse Analytics </a:t>
                      </a:r>
                    </a:p>
                  </a:txBody>
                  <a:tcPr>
                    <a:solidFill>
                      <a:schemeClr val="bg1">
                        <a:lumMod val="90000"/>
                      </a:schemeClr>
                    </a:solidFill>
                  </a:tcPr>
                </a:tc>
                <a:extLst>
                  <a:ext uri="{0D108BD9-81ED-4DB2-BD59-A6C34878D82A}">
                    <a16:rowId xmlns:a16="http://schemas.microsoft.com/office/drawing/2014/main" val="3327305578"/>
                  </a:ext>
                </a:extLst>
              </a:tr>
              <a:tr h="370840">
                <a:tc>
                  <a:txBody>
                    <a:bodyPr/>
                    <a:lstStyle/>
                    <a:p>
                      <a:pPr algn="ctr"/>
                      <a:r>
                        <a:rPr lang="en-US" dirty="0">
                          <a:latin typeface="Alata" panose="020B0604020202020204" charset="0"/>
                          <a:cs typeface="Alata" panose="020B0604020202020204" charset="0"/>
                        </a:rPr>
                        <a:t>Visualization</a:t>
                      </a:r>
                      <a:endParaRPr lang="en-IN" dirty="0">
                        <a:latin typeface="Alata" panose="020B0604020202020204" charset="0"/>
                        <a:cs typeface="Alata" panose="020B0604020202020204" charset="0"/>
                      </a:endParaRPr>
                    </a:p>
                  </a:txBody>
                  <a:tcPr>
                    <a:solidFill>
                      <a:schemeClr val="bg1">
                        <a:lumMod val="90000"/>
                      </a:schemeClr>
                    </a:solidFill>
                  </a:tcPr>
                </a:tc>
                <a:tc>
                  <a:txBody>
                    <a:bodyPr/>
                    <a:lstStyle/>
                    <a:p>
                      <a:pPr algn="ctr"/>
                      <a:r>
                        <a:rPr lang="en-US" dirty="0">
                          <a:latin typeface="Alata" panose="020B0604020202020204" charset="0"/>
                          <a:cs typeface="Alata" panose="020B0604020202020204" charset="0"/>
                        </a:rPr>
                        <a:t>Power BI</a:t>
                      </a:r>
                    </a:p>
                  </a:txBody>
                  <a:tcPr>
                    <a:solidFill>
                      <a:schemeClr val="bg1">
                        <a:lumMod val="90000"/>
                      </a:schemeClr>
                    </a:solidFill>
                  </a:tcPr>
                </a:tc>
                <a:extLst>
                  <a:ext uri="{0D108BD9-81ED-4DB2-BD59-A6C34878D82A}">
                    <a16:rowId xmlns:a16="http://schemas.microsoft.com/office/drawing/2014/main" val="2753778604"/>
                  </a:ext>
                </a:extLst>
              </a:tr>
            </a:tbl>
          </a:graphicData>
        </a:graphic>
      </p:graphicFrame>
    </p:spTree>
    <p:extLst>
      <p:ext uri="{BB962C8B-B14F-4D97-AF65-F5344CB8AC3E}">
        <p14:creationId xmlns:p14="http://schemas.microsoft.com/office/powerpoint/2010/main" val="545281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AE8F3"/>
        </a:solidFill>
        <a:effectLst/>
      </p:bgPr>
    </p:bg>
    <p:spTree>
      <p:nvGrpSpPr>
        <p:cNvPr id="1" name="Shape 83">
          <a:extLst>
            <a:ext uri="{FF2B5EF4-FFF2-40B4-BE49-F238E27FC236}">
              <a16:creationId xmlns:a16="http://schemas.microsoft.com/office/drawing/2014/main" id="{7F35F8B9-F528-8259-BA62-459D29C806E2}"/>
            </a:ext>
          </a:extLst>
        </p:cNvPr>
        <p:cNvGrpSpPr/>
        <p:nvPr/>
      </p:nvGrpSpPr>
      <p:grpSpPr>
        <a:xfrm>
          <a:off x="0" y="0"/>
          <a:ext cx="0" cy="0"/>
          <a:chOff x="0" y="0"/>
          <a:chExt cx="0" cy="0"/>
        </a:xfrm>
      </p:grpSpPr>
      <p:sp>
        <p:nvSpPr>
          <p:cNvPr id="85" name="Google Shape;85;p14">
            <a:extLst>
              <a:ext uri="{FF2B5EF4-FFF2-40B4-BE49-F238E27FC236}">
                <a16:creationId xmlns:a16="http://schemas.microsoft.com/office/drawing/2014/main" id="{2E9595F8-5929-9F60-35C8-0FAACAC4334F}"/>
              </a:ext>
            </a:extLst>
          </p:cNvPr>
          <p:cNvSpPr txBox="1"/>
          <p:nvPr/>
        </p:nvSpPr>
        <p:spPr>
          <a:xfrm>
            <a:off x="514350" y="516133"/>
            <a:ext cx="6662057" cy="954107"/>
          </a:xfrm>
          <a:prstGeom prst="rect">
            <a:avLst/>
          </a:prstGeom>
          <a:noFill/>
          <a:ln>
            <a:noFill/>
          </a:ln>
        </p:spPr>
        <p:txBody>
          <a:bodyPr spcFirstLastPara="1" wrap="square" lIns="0" tIns="0" rIns="0" bIns="0" anchor="t" anchorCtr="0">
            <a:spAutoFit/>
          </a:bodyPr>
          <a:lstStyle/>
          <a:p>
            <a:pPr marL="0" marR="0" lvl="1" indent="0" algn="l" rtl="0">
              <a:lnSpc>
                <a:spcPct val="100000"/>
              </a:lnSpc>
              <a:spcBef>
                <a:spcPts val="0"/>
              </a:spcBef>
              <a:spcAft>
                <a:spcPts val="0"/>
              </a:spcAft>
              <a:buNone/>
            </a:pPr>
            <a:r>
              <a:rPr lang="en" sz="6200" b="0" i="0" u="none" strike="noStrike" cap="none" dirty="0">
                <a:solidFill>
                  <a:srgbClr val="191515"/>
                </a:solidFill>
                <a:latin typeface="Anton"/>
                <a:ea typeface="Anton"/>
                <a:cs typeface="Anton"/>
                <a:sym typeface="Anton"/>
              </a:rPr>
              <a:t>FUNCTIONAL DIAGRAM </a:t>
            </a:r>
            <a:endParaRPr sz="700" dirty="0"/>
          </a:p>
        </p:txBody>
      </p:sp>
      <p:pic>
        <p:nvPicPr>
          <p:cNvPr id="4" name="Picture 3">
            <a:extLst>
              <a:ext uri="{FF2B5EF4-FFF2-40B4-BE49-F238E27FC236}">
                <a16:creationId xmlns:a16="http://schemas.microsoft.com/office/drawing/2014/main" id="{5710D73C-5984-8FC5-BA5A-5DB05F082DD0}"/>
              </a:ext>
            </a:extLst>
          </p:cNvPr>
          <p:cNvPicPr>
            <a:picLocks noChangeAspect="1"/>
          </p:cNvPicPr>
          <p:nvPr/>
        </p:nvPicPr>
        <p:blipFill>
          <a:blip r:embed="rId3"/>
          <a:stretch>
            <a:fillRect/>
          </a:stretch>
        </p:blipFill>
        <p:spPr>
          <a:xfrm>
            <a:off x="3288166" y="1470240"/>
            <a:ext cx="2288041" cy="3022210"/>
          </a:xfrm>
          <a:prstGeom prst="rect">
            <a:avLst/>
          </a:prstGeom>
        </p:spPr>
      </p:pic>
      <p:pic>
        <p:nvPicPr>
          <p:cNvPr id="6" name="Picture 5">
            <a:extLst>
              <a:ext uri="{FF2B5EF4-FFF2-40B4-BE49-F238E27FC236}">
                <a16:creationId xmlns:a16="http://schemas.microsoft.com/office/drawing/2014/main" id="{D4222015-4768-F705-4991-0DD6E0C36097}"/>
              </a:ext>
            </a:extLst>
          </p:cNvPr>
          <p:cNvPicPr>
            <a:picLocks noChangeAspect="1"/>
          </p:cNvPicPr>
          <p:nvPr/>
        </p:nvPicPr>
        <p:blipFill>
          <a:blip r:embed="rId4"/>
          <a:srcRect l="1318" t="4524" b="6275"/>
          <a:stretch>
            <a:fillRect/>
          </a:stretch>
        </p:blipFill>
        <p:spPr>
          <a:xfrm>
            <a:off x="3412670" y="4492450"/>
            <a:ext cx="2081893" cy="308150"/>
          </a:xfrm>
          <a:prstGeom prst="rect">
            <a:avLst/>
          </a:prstGeom>
        </p:spPr>
      </p:pic>
    </p:spTree>
    <p:extLst>
      <p:ext uri="{BB962C8B-B14F-4D97-AF65-F5344CB8AC3E}">
        <p14:creationId xmlns:p14="http://schemas.microsoft.com/office/powerpoint/2010/main" val="632931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AE8F3"/>
        </a:solidFill>
        <a:effectLst/>
      </p:bgPr>
    </p:bg>
    <p:spTree>
      <p:nvGrpSpPr>
        <p:cNvPr id="1" name="Shape 83">
          <a:extLst>
            <a:ext uri="{FF2B5EF4-FFF2-40B4-BE49-F238E27FC236}">
              <a16:creationId xmlns:a16="http://schemas.microsoft.com/office/drawing/2014/main" id="{7F35F8B9-F528-8259-BA62-459D29C806E2}"/>
            </a:ext>
          </a:extLst>
        </p:cNvPr>
        <p:cNvGrpSpPr/>
        <p:nvPr/>
      </p:nvGrpSpPr>
      <p:grpSpPr>
        <a:xfrm>
          <a:off x="0" y="0"/>
          <a:ext cx="0" cy="0"/>
          <a:chOff x="0" y="0"/>
          <a:chExt cx="0" cy="0"/>
        </a:xfrm>
      </p:grpSpPr>
      <p:sp>
        <p:nvSpPr>
          <p:cNvPr id="85" name="Google Shape;85;p14">
            <a:extLst>
              <a:ext uri="{FF2B5EF4-FFF2-40B4-BE49-F238E27FC236}">
                <a16:creationId xmlns:a16="http://schemas.microsoft.com/office/drawing/2014/main" id="{2E9595F8-5929-9F60-35C8-0FAACAC4334F}"/>
              </a:ext>
            </a:extLst>
          </p:cNvPr>
          <p:cNvSpPr txBox="1"/>
          <p:nvPr/>
        </p:nvSpPr>
        <p:spPr>
          <a:xfrm>
            <a:off x="514350" y="516133"/>
            <a:ext cx="6662057" cy="954107"/>
          </a:xfrm>
          <a:prstGeom prst="rect">
            <a:avLst/>
          </a:prstGeom>
          <a:noFill/>
          <a:ln>
            <a:noFill/>
          </a:ln>
        </p:spPr>
        <p:txBody>
          <a:bodyPr spcFirstLastPara="1" wrap="square" lIns="0" tIns="0" rIns="0" bIns="0" anchor="t" anchorCtr="0">
            <a:spAutoFit/>
          </a:bodyPr>
          <a:lstStyle/>
          <a:p>
            <a:pPr marL="0" marR="0" lvl="1" indent="0" algn="l" rtl="0">
              <a:lnSpc>
                <a:spcPct val="100000"/>
              </a:lnSpc>
              <a:spcBef>
                <a:spcPts val="0"/>
              </a:spcBef>
              <a:spcAft>
                <a:spcPts val="0"/>
              </a:spcAft>
              <a:buNone/>
            </a:pPr>
            <a:r>
              <a:rPr lang="en" sz="6200" b="0" i="0" u="none" strike="noStrike" cap="none" dirty="0">
                <a:solidFill>
                  <a:srgbClr val="191515"/>
                </a:solidFill>
                <a:latin typeface="Anton"/>
                <a:ea typeface="Anton"/>
                <a:cs typeface="Anton"/>
                <a:sym typeface="Anton"/>
              </a:rPr>
              <a:t>ARCHITECTURE </a:t>
            </a:r>
            <a:endParaRPr sz="700" dirty="0"/>
          </a:p>
        </p:txBody>
      </p:sp>
      <p:pic>
        <p:nvPicPr>
          <p:cNvPr id="9" name="Picture 8" descr="A diagram of data processing&#10;&#10;AI-generated content may be incorrect.">
            <a:extLst>
              <a:ext uri="{FF2B5EF4-FFF2-40B4-BE49-F238E27FC236}">
                <a16:creationId xmlns:a16="http://schemas.microsoft.com/office/drawing/2014/main" id="{FECDBA75-31C2-77C6-9090-2378197AD4D2}"/>
              </a:ext>
            </a:extLst>
          </p:cNvPr>
          <p:cNvPicPr>
            <a:picLocks noChangeAspect="1"/>
          </p:cNvPicPr>
          <p:nvPr/>
        </p:nvPicPr>
        <p:blipFill>
          <a:blip r:embed="rId3"/>
          <a:stretch>
            <a:fillRect/>
          </a:stretch>
        </p:blipFill>
        <p:spPr>
          <a:xfrm>
            <a:off x="379606" y="1785357"/>
            <a:ext cx="8191500" cy="2762250"/>
          </a:xfrm>
          <a:prstGeom prst="rect">
            <a:avLst/>
          </a:prstGeom>
        </p:spPr>
      </p:pic>
    </p:spTree>
    <p:extLst>
      <p:ext uri="{BB962C8B-B14F-4D97-AF65-F5344CB8AC3E}">
        <p14:creationId xmlns:p14="http://schemas.microsoft.com/office/powerpoint/2010/main" val="1231800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AE8F3"/>
        </a:solidFill>
        <a:effectLst/>
      </p:bgPr>
    </p:bg>
    <p:spTree>
      <p:nvGrpSpPr>
        <p:cNvPr id="1" name="Shape 83">
          <a:extLst>
            <a:ext uri="{FF2B5EF4-FFF2-40B4-BE49-F238E27FC236}">
              <a16:creationId xmlns:a16="http://schemas.microsoft.com/office/drawing/2014/main" id="{7F35F8B9-F528-8259-BA62-459D29C806E2}"/>
            </a:ext>
          </a:extLst>
        </p:cNvPr>
        <p:cNvGrpSpPr/>
        <p:nvPr/>
      </p:nvGrpSpPr>
      <p:grpSpPr>
        <a:xfrm>
          <a:off x="0" y="0"/>
          <a:ext cx="0" cy="0"/>
          <a:chOff x="0" y="0"/>
          <a:chExt cx="0" cy="0"/>
        </a:xfrm>
      </p:grpSpPr>
      <p:sp>
        <p:nvSpPr>
          <p:cNvPr id="85" name="Google Shape;85;p14">
            <a:extLst>
              <a:ext uri="{FF2B5EF4-FFF2-40B4-BE49-F238E27FC236}">
                <a16:creationId xmlns:a16="http://schemas.microsoft.com/office/drawing/2014/main" id="{2E9595F8-5929-9F60-35C8-0FAACAC4334F}"/>
              </a:ext>
            </a:extLst>
          </p:cNvPr>
          <p:cNvSpPr txBox="1"/>
          <p:nvPr/>
        </p:nvSpPr>
        <p:spPr>
          <a:xfrm>
            <a:off x="514350" y="516133"/>
            <a:ext cx="6662057" cy="954107"/>
          </a:xfrm>
          <a:prstGeom prst="rect">
            <a:avLst/>
          </a:prstGeom>
          <a:noFill/>
          <a:ln>
            <a:noFill/>
          </a:ln>
        </p:spPr>
        <p:txBody>
          <a:bodyPr spcFirstLastPara="1" wrap="square" lIns="0" tIns="0" rIns="0" bIns="0" anchor="t" anchorCtr="0">
            <a:spAutoFit/>
          </a:bodyPr>
          <a:lstStyle/>
          <a:p>
            <a:pPr marL="0" marR="0" lvl="1" indent="0" algn="l" rtl="0">
              <a:lnSpc>
                <a:spcPct val="100000"/>
              </a:lnSpc>
              <a:spcBef>
                <a:spcPts val="0"/>
              </a:spcBef>
              <a:spcAft>
                <a:spcPts val="0"/>
              </a:spcAft>
              <a:buNone/>
            </a:pPr>
            <a:r>
              <a:rPr lang="en" sz="6200" dirty="0">
                <a:solidFill>
                  <a:srgbClr val="191515"/>
                </a:solidFill>
                <a:latin typeface="Anton"/>
                <a:ea typeface="Anton"/>
                <a:cs typeface="Anton"/>
                <a:sym typeface="Anton"/>
              </a:rPr>
              <a:t>SCHEMA</a:t>
            </a:r>
            <a:r>
              <a:rPr lang="en" sz="6200" b="0" i="0" u="none" strike="noStrike" cap="none" dirty="0">
                <a:solidFill>
                  <a:srgbClr val="191515"/>
                </a:solidFill>
                <a:latin typeface="Anton"/>
                <a:ea typeface="Anton"/>
                <a:cs typeface="Anton"/>
                <a:sym typeface="Anton"/>
              </a:rPr>
              <a:t> </a:t>
            </a:r>
            <a:endParaRPr sz="700" dirty="0"/>
          </a:p>
        </p:txBody>
      </p:sp>
      <p:pic>
        <p:nvPicPr>
          <p:cNvPr id="3" name="Picture 2" descr="A computer screen shot of a computer flow chart&#10;&#10;AI-generated content may be incorrect.">
            <a:extLst>
              <a:ext uri="{FF2B5EF4-FFF2-40B4-BE49-F238E27FC236}">
                <a16:creationId xmlns:a16="http://schemas.microsoft.com/office/drawing/2014/main" id="{84BDE355-F34D-4FCD-EFE8-5A3FF90972E4}"/>
              </a:ext>
            </a:extLst>
          </p:cNvPr>
          <p:cNvPicPr>
            <a:picLocks noChangeAspect="1"/>
          </p:cNvPicPr>
          <p:nvPr/>
        </p:nvPicPr>
        <p:blipFill>
          <a:blip r:embed="rId3"/>
          <a:stretch>
            <a:fillRect/>
          </a:stretch>
        </p:blipFill>
        <p:spPr>
          <a:xfrm>
            <a:off x="2512277" y="642514"/>
            <a:ext cx="5219700" cy="4333875"/>
          </a:xfrm>
          <a:prstGeom prst="rect">
            <a:avLst/>
          </a:prstGeom>
        </p:spPr>
      </p:pic>
    </p:spTree>
    <p:extLst>
      <p:ext uri="{BB962C8B-B14F-4D97-AF65-F5344CB8AC3E}">
        <p14:creationId xmlns:p14="http://schemas.microsoft.com/office/powerpoint/2010/main" val="642864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AE8F3"/>
        </a:solidFill>
        <a:effectLst/>
      </p:bgPr>
    </p:bg>
    <p:spTree>
      <p:nvGrpSpPr>
        <p:cNvPr id="1" name="Shape 83">
          <a:extLst>
            <a:ext uri="{FF2B5EF4-FFF2-40B4-BE49-F238E27FC236}">
              <a16:creationId xmlns:a16="http://schemas.microsoft.com/office/drawing/2014/main" id="{7F35F8B9-F528-8259-BA62-459D29C806E2}"/>
            </a:ext>
          </a:extLst>
        </p:cNvPr>
        <p:cNvGrpSpPr/>
        <p:nvPr/>
      </p:nvGrpSpPr>
      <p:grpSpPr>
        <a:xfrm>
          <a:off x="0" y="0"/>
          <a:ext cx="0" cy="0"/>
          <a:chOff x="0" y="0"/>
          <a:chExt cx="0" cy="0"/>
        </a:xfrm>
      </p:grpSpPr>
      <p:sp>
        <p:nvSpPr>
          <p:cNvPr id="85" name="Google Shape;85;p14">
            <a:extLst>
              <a:ext uri="{FF2B5EF4-FFF2-40B4-BE49-F238E27FC236}">
                <a16:creationId xmlns:a16="http://schemas.microsoft.com/office/drawing/2014/main" id="{2E9595F8-5929-9F60-35C8-0FAACAC4334F}"/>
              </a:ext>
            </a:extLst>
          </p:cNvPr>
          <p:cNvSpPr txBox="1"/>
          <p:nvPr/>
        </p:nvSpPr>
        <p:spPr>
          <a:xfrm>
            <a:off x="514350" y="516133"/>
            <a:ext cx="6662057" cy="954107"/>
          </a:xfrm>
          <a:prstGeom prst="rect">
            <a:avLst/>
          </a:prstGeom>
          <a:noFill/>
          <a:ln>
            <a:noFill/>
          </a:ln>
        </p:spPr>
        <p:txBody>
          <a:bodyPr spcFirstLastPara="1" wrap="square" lIns="0" tIns="0" rIns="0" bIns="0" anchor="t" anchorCtr="0">
            <a:spAutoFit/>
          </a:bodyPr>
          <a:lstStyle/>
          <a:p>
            <a:pPr marL="0" marR="0" lvl="1" indent="0" algn="l" rtl="0">
              <a:lnSpc>
                <a:spcPct val="100000"/>
              </a:lnSpc>
              <a:spcBef>
                <a:spcPts val="0"/>
              </a:spcBef>
              <a:spcAft>
                <a:spcPts val="0"/>
              </a:spcAft>
              <a:buNone/>
            </a:pPr>
            <a:r>
              <a:rPr lang="en" sz="6200" b="0" i="0" u="none" strike="noStrike" cap="none" dirty="0">
                <a:solidFill>
                  <a:srgbClr val="191515"/>
                </a:solidFill>
                <a:latin typeface="Anton"/>
                <a:ea typeface="Anton"/>
                <a:cs typeface="Anton"/>
                <a:sym typeface="Anton"/>
              </a:rPr>
              <a:t>DIMENSIONS TABLE  </a:t>
            </a:r>
            <a:endParaRPr sz="700" dirty="0"/>
          </a:p>
        </p:txBody>
      </p:sp>
      <p:sp>
        <p:nvSpPr>
          <p:cNvPr id="2" name="TextBox 1">
            <a:extLst>
              <a:ext uri="{FF2B5EF4-FFF2-40B4-BE49-F238E27FC236}">
                <a16:creationId xmlns:a16="http://schemas.microsoft.com/office/drawing/2014/main" id="{C0ABFE95-AB04-87FA-6B03-06A74D644431}"/>
              </a:ext>
            </a:extLst>
          </p:cNvPr>
          <p:cNvSpPr txBox="1"/>
          <p:nvPr/>
        </p:nvSpPr>
        <p:spPr>
          <a:xfrm>
            <a:off x="514350" y="1334866"/>
            <a:ext cx="7349490" cy="3754874"/>
          </a:xfrm>
          <a:prstGeom prst="rect">
            <a:avLst/>
          </a:prstGeom>
          <a:noFill/>
        </p:spPr>
        <p:txBody>
          <a:bodyPr wrap="square" numCol="2" rtlCol="0">
            <a:spAutoFit/>
          </a:bodyPr>
          <a:lstStyle/>
          <a:p>
            <a:r>
              <a:rPr lang="en-IN" b="1" dirty="0">
                <a:latin typeface="Alata" panose="020B0604020202020204" charset="0"/>
                <a:cs typeface="Alata" panose="020B0604020202020204" charset="0"/>
              </a:rPr>
              <a:t>TOWER </a:t>
            </a:r>
          </a:p>
          <a:p>
            <a:pPr marL="285750" indent="-285750">
              <a:buFont typeface="Arial" panose="020B0604020202020204" pitchFamily="34" charset="0"/>
              <a:buChar char="•"/>
            </a:pPr>
            <a:r>
              <a:rPr lang="en-IN" dirty="0">
                <a:latin typeface="Alata" panose="020B0604020202020204" charset="0"/>
                <a:cs typeface="Alata" panose="020B0604020202020204" charset="0"/>
              </a:rPr>
              <a:t>tower_id (PK)</a:t>
            </a:r>
          </a:p>
          <a:p>
            <a:pPr marL="285750" indent="-285750">
              <a:buFont typeface="Arial" panose="020B0604020202020204" pitchFamily="34" charset="0"/>
              <a:buChar char="•"/>
            </a:pPr>
            <a:r>
              <a:rPr lang="en-IN" dirty="0">
                <a:latin typeface="Alata" panose="020B0604020202020204" charset="0"/>
                <a:cs typeface="Alata" panose="020B0604020202020204" charset="0"/>
              </a:rPr>
              <a:t>Region </a:t>
            </a:r>
          </a:p>
          <a:p>
            <a:pPr marL="285750" indent="-285750">
              <a:buFont typeface="Arial" panose="020B0604020202020204" pitchFamily="34" charset="0"/>
              <a:buChar char="•"/>
            </a:pPr>
            <a:r>
              <a:rPr lang="en-IN" dirty="0">
                <a:latin typeface="Alata" panose="020B0604020202020204" charset="0"/>
                <a:cs typeface="Alata" panose="020B0604020202020204" charset="0"/>
              </a:rPr>
              <a:t>City </a:t>
            </a:r>
          </a:p>
          <a:p>
            <a:pPr marL="285750" indent="-285750">
              <a:buFont typeface="Arial" panose="020B0604020202020204" pitchFamily="34" charset="0"/>
              <a:buChar char="•"/>
            </a:pPr>
            <a:r>
              <a:rPr lang="en-IN" dirty="0">
                <a:latin typeface="Alata" panose="020B0604020202020204" charset="0"/>
                <a:cs typeface="Alata" panose="020B0604020202020204" charset="0"/>
              </a:rPr>
              <a:t>Latitude </a:t>
            </a:r>
          </a:p>
          <a:p>
            <a:pPr marL="285750" indent="-285750">
              <a:buFont typeface="Arial" panose="020B0604020202020204" pitchFamily="34" charset="0"/>
              <a:buChar char="•"/>
            </a:pPr>
            <a:r>
              <a:rPr lang="en-IN" dirty="0">
                <a:latin typeface="Alata" panose="020B0604020202020204" charset="0"/>
                <a:cs typeface="Alata" panose="020B0604020202020204" charset="0"/>
              </a:rPr>
              <a:t>Longitude </a:t>
            </a:r>
          </a:p>
          <a:p>
            <a:pPr marL="285750" indent="-285750">
              <a:buFont typeface="Arial" panose="020B0604020202020204" pitchFamily="34" charset="0"/>
              <a:buChar char="•"/>
            </a:pPr>
            <a:r>
              <a:rPr lang="en-IN" dirty="0">
                <a:latin typeface="Alata" panose="020B0604020202020204" charset="0"/>
                <a:cs typeface="Alata" panose="020B0604020202020204" charset="0"/>
              </a:rPr>
              <a:t>Tower_type </a:t>
            </a:r>
          </a:p>
          <a:p>
            <a:pPr marL="285750" indent="-285750">
              <a:buFont typeface="Arial" panose="020B0604020202020204" pitchFamily="34" charset="0"/>
              <a:buChar char="•"/>
            </a:pPr>
            <a:r>
              <a:rPr lang="en-IN" dirty="0">
                <a:latin typeface="Alata" panose="020B0604020202020204" charset="0"/>
                <a:cs typeface="Alata" panose="020B0604020202020204" charset="0"/>
              </a:rPr>
              <a:t>Installation_date </a:t>
            </a:r>
          </a:p>
          <a:p>
            <a:endParaRPr lang="en-IN" dirty="0">
              <a:latin typeface="Alata" panose="020B0604020202020204" charset="0"/>
              <a:cs typeface="Alata" panose="020B0604020202020204" charset="0"/>
            </a:endParaRPr>
          </a:p>
          <a:p>
            <a:r>
              <a:rPr lang="en-IN" b="1" dirty="0">
                <a:latin typeface="Alata" panose="020B0604020202020204" charset="0"/>
                <a:cs typeface="Alata" panose="020B0604020202020204" charset="0"/>
              </a:rPr>
              <a:t>EQUIPMENT </a:t>
            </a:r>
          </a:p>
          <a:p>
            <a:pPr marL="285750" indent="-285750">
              <a:buFont typeface="Arial" panose="020B0604020202020204" pitchFamily="34" charset="0"/>
              <a:buChar char="•"/>
            </a:pPr>
            <a:r>
              <a:rPr lang="en-IN" dirty="0">
                <a:latin typeface="Alata" panose="020B0604020202020204" charset="0"/>
                <a:cs typeface="Alata" panose="020B0604020202020204" charset="0"/>
              </a:rPr>
              <a:t>Equipment_id (PK) </a:t>
            </a:r>
          </a:p>
          <a:p>
            <a:pPr marL="285750" indent="-285750">
              <a:buFont typeface="Arial" panose="020B0604020202020204" pitchFamily="34" charset="0"/>
              <a:buChar char="•"/>
            </a:pPr>
            <a:r>
              <a:rPr lang="en-IN" dirty="0">
                <a:latin typeface="Alata" panose="020B0604020202020204" charset="0"/>
                <a:cs typeface="Alata" panose="020B0604020202020204" charset="0"/>
              </a:rPr>
              <a:t>Tower_id (FK) </a:t>
            </a:r>
          </a:p>
          <a:p>
            <a:pPr marL="285750" indent="-285750">
              <a:buFont typeface="Arial" panose="020B0604020202020204" pitchFamily="34" charset="0"/>
              <a:buChar char="•"/>
            </a:pPr>
            <a:r>
              <a:rPr lang="en-IN" dirty="0">
                <a:latin typeface="Alata" panose="020B0604020202020204" charset="0"/>
                <a:cs typeface="Alata" panose="020B0604020202020204" charset="0"/>
              </a:rPr>
              <a:t>Equipment_type </a:t>
            </a:r>
          </a:p>
          <a:p>
            <a:pPr marL="285750" indent="-285750">
              <a:buFont typeface="Arial" panose="020B0604020202020204" pitchFamily="34" charset="0"/>
              <a:buChar char="•"/>
            </a:pPr>
            <a:r>
              <a:rPr lang="en-IN" dirty="0">
                <a:latin typeface="Alata" panose="020B0604020202020204" charset="0"/>
                <a:cs typeface="Alata" panose="020B0604020202020204" charset="0"/>
              </a:rPr>
              <a:t>Vendor </a:t>
            </a:r>
          </a:p>
          <a:p>
            <a:pPr marL="285750" indent="-285750">
              <a:buFont typeface="Arial" panose="020B0604020202020204" pitchFamily="34" charset="0"/>
              <a:buChar char="•"/>
            </a:pPr>
            <a:r>
              <a:rPr lang="en-IN" dirty="0">
                <a:latin typeface="Alata" panose="020B0604020202020204" charset="0"/>
                <a:cs typeface="Alata" panose="020B0604020202020204" charset="0"/>
              </a:rPr>
              <a:t>Model </a:t>
            </a:r>
          </a:p>
          <a:p>
            <a:pPr marL="285750" indent="-285750">
              <a:buFont typeface="Arial" panose="020B0604020202020204" pitchFamily="34" charset="0"/>
              <a:buChar char="•"/>
            </a:pPr>
            <a:r>
              <a:rPr lang="en-IN" dirty="0">
                <a:latin typeface="Alata" panose="020B0604020202020204" charset="0"/>
                <a:cs typeface="Alata" panose="020B0604020202020204" charset="0"/>
              </a:rPr>
              <a:t>Install_date</a:t>
            </a:r>
          </a:p>
          <a:p>
            <a:pPr marL="285750" indent="-285750">
              <a:buFont typeface="Arial" panose="020B0604020202020204" pitchFamily="34" charset="0"/>
              <a:buChar char="•"/>
            </a:pPr>
            <a:r>
              <a:rPr lang="en-IN" dirty="0">
                <a:latin typeface="Alata" panose="020B0604020202020204" charset="0"/>
                <a:cs typeface="Alata" panose="020B0604020202020204" charset="0"/>
              </a:rPr>
              <a:t>Status </a:t>
            </a:r>
          </a:p>
          <a:p>
            <a:r>
              <a:rPr lang="en-IN" b="1" dirty="0">
                <a:latin typeface="Alata" panose="020B0604020202020204" charset="0"/>
                <a:cs typeface="Alata" panose="020B0604020202020204" charset="0"/>
              </a:rPr>
              <a:t>CUSTOMER </a:t>
            </a:r>
          </a:p>
          <a:p>
            <a:pPr marL="285750" indent="-285750">
              <a:buFont typeface="Arial" panose="020B0604020202020204" pitchFamily="34" charset="0"/>
              <a:buChar char="•"/>
            </a:pPr>
            <a:r>
              <a:rPr lang="en-IN" dirty="0">
                <a:latin typeface="Alata" panose="020B0604020202020204" charset="0"/>
                <a:cs typeface="Alata" panose="020B0604020202020204" charset="0"/>
              </a:rPr>
              <a:t>Customer_id (PK)</a:t>
            </a:r>
          </a:p>
          <a:p>
            <a:pPr marL="285750" indent="-285750">
              <a:buFont typeface="Arial" panose="020B0604020202020204" pitchFamily="34" charset="0"/>
              <a:buChar char="•"/>
            </a:pPr>
            <a:r>
              <a:rPr lang="en-IN" dirty="0">
                <a:latin typeface="Alata" panose="020B0604020202020204" charset="0"/>
                <a:cs typeface="Alata" panose="020B0604020202020204" charset="0"/>
              </a:rPr>
              <a:t>Customer_type (Enterprise/individual)</a:t>
            </a:r>
          </a:p>
          <a:p>
            <a:pPr marL="285750" indent="-285750">
              <a:buFont typeface="Arial" panose="020B0604020202020204" pitchFamily="34" charset="0"/>
              <a:buChar char="•"/>
            </a:pPr>
            <a:r>
              <a:rPr lang="en-IN" dirty="0">
                <a:latin typeface="Alata" panose="020B0604020202020204" charset="0"/>
                <a:cs typeface="Alata" panose="020B0604020202020204" charset="0"/>
              </a:rPr>
              <a:t>Service_plan </a:t>
            </a:r>
          </a:p>
          <a:p>
            <a:pPr marL="285750" indent="-285750">
              <a:buFont typeface="Arial" panose="020B0604020202020204" pitchFamily="34" charset="0"/>
              <a:buChar char="•"/>
            </a:pPr>
            <a:r>
              <a:rPr lang="en-IN" dirty="0">
                <a:latin typeface="Alata" panose="020B0604020202020204" charset="0"/>
                <a:cs typeface="Alata" panose="020B0604020202020204" charset="0"/>
              </a:rPr>
              <a:t>Region</a:t>
            </a:r>
          </a:p>
          <a:p>
            <a:endParaRPr lang="en-IN" dirty="0">
              <a:latin typeface="Alata" panose="020B0604020202020204" charset="0"/>
              <a:cs typeface="Alata" panose="020B0604020202020204" charset="0"/>
            </a:endParaRPr>
          </a:p>
          <a:p>
            <a:endParaRPr lang="en-IN" dirty="0">
              <a:latin typeface="Alata" panose="020B0604020202020204" charset="0"/>
              <a:cs typeface="Alata" panose="020B0604020202020204" charset="0"/>
            </a:endParaRPr>
          </a:p>
          <a:p>
            <a:endParaRPr lang="en-IN" dirty="0">
              <a:latin typeface="Alata" panose="020B0604020202020204" charset="0"/>
              <a:cs typeface="Alata" panose="020B0604020202020204" charset="0"/>
            </a:endParaRPr>
          </a:p>
          <a:p>
            <a:endParaRPr lang="en-IN" dirty="0">
              <a:latin typeface="Alata" panose="020B0604020202020204" charset="0"/>
              <a:cs typeface="Alata" panose="020B0604020202020204" charset="0"/>
            </a:endParaRPr>
          </a:p>
          <a:p>
            <a:r>
              <a:rPr lang="en-IN" b="1" dirty="0">
                <a:latin typeface="Alata" panose="020B0604020202020204" charset="0"/>
                <a:cs typeface="Alata" panose="020B0604020202020204" charset="0"/>
              </a:rPr>
              <a:t>TIME_DIM</a:t>
            </a:r>
          </a:p>
          <a:p>
            <a:pPr marL="285750" indent="-285750">
              <a:buFont typeface="Arial" panose="020B0604020202020204" pitchFamily="34" charset="0"/>
              <a:buChar char="•"/>
            </a:pPr>
            <a:r>
              <a:rPr lang="en-IN" dirty="0">
                <a:latin typeface="Alata" panose="020B0604020202020204" charset="0"/>
                <a:cs typeface="Alata" panose="020B0604020202020204" charset="0"/>
              </a:rPr>
              <a:t>Time_id (PK)</a:t>
            </a:r>
          </a:p>
          <a:p>
            <a:pPr marL="285750" indent="-285750">
              <a:buFont typeface="Arial" panose="020B0604020202020204" pitchFamily="34" charset="0"/>
              <a:buChar char="•"/>
            </a:pPr>
            <a:r>
              <a:rPr lang="en-IN" dirty="0">
                <a:latin typeface="Alata" panose="020B0604020202020204" charset="0"/>
                <a:cs typeface="Alata" panose="020B0604020202020204" charset="0"/>
              </a:rPr>
              <a:t>Date </a:t>
            </a:r>
          </a:p>
          <a:p>
            <a:pPr marL="285750" indent="-285750">
              <a:buFont typeface="Arial" panose="020B0604020202020204" pitchFamily="34" charset="0"/>
              <a:buChar char="•"/>
            </a:pPr>
            <a:r>
              <a:rPr lang="en-IN" dirty="0">
                <a:latin typeface="Alata" panose="020B0604020202020204" charset="0"/>
                <a:cs typeface="Alata" panose="020B0604020202020204" charset="0"/>
              </a:rPr>
              <a:t>Day </a:t>
            </a:r>
          </a:p>
          <a:p>
            <a:pPr marL="285750" indent="-285750">
              <a:buFont typeface="Arial" panose="020B0604020202020204" pitchFamily="34" charset="0"/>
              <a:buChar char="•"/>
            </a:pPr>
            <a:r>
              <a:rPr lang="en-IN" dirty="0">
                <a:latin typeface="Alata" panose="020B0604020202020204" charset="0"/>
                <a:cs typeface="Alata" panose="020B0604020202020204" charset="0"/>
              </a:rPr>
              <a:t>Month</a:t>
            </a:r>
          </a:p>
          <a:p>
            <a:pPr marL="285750" indent="-285750">
              <a:buFont typeface="Arial" panose="020B0604020202020204" pitchFamily="34" charset="0"/>
              <a:buChar char="•"/>
            </a:pPr>
            <a:r>
              <a:rPr lang="en-IN" dirty="0">
                <a:latin typeface="Alata" panose="020B0604020202020204" charset="0"/>
                <a:cs typeface="Alata" panose="020B0604020202020204" charset="0"/>
              </a:rPr>
              <a:t>Quarter </a:t>
            </a:r>
          </a:p>
          <a:p>
            <a:pPr marL="285750" indent="-285750">
              <a:buFont typeface="Arial" panose="020B0604020202020204" pitchFamily="34" charset="0"/>
              <a:buChar char="•"/>
            </a:pPr>
            <a:r>
              <a:rPr lang="en-IN" dirty="0">
                <a:latin typeface="Alata" panose="020B0604020202020204" charset="0"/>
                <a:cs typeface="Alata" panose="020B0604020202020204" charset="0"/>
              </a:rPr>
              <a:t>Year </a:t>
            </a:r>
          </a:p>
          <a:p>
            <a:pPr marL="285750" indent="-285750">
              <a:buFont typeface="Arial" panose="020B0604020202020204" pitchFamily="34" charset="0"/>
              <a:buChar char="•"/>
            </a:pPr>
            <a:endParaRPr lang="en-IN" dirty="0">
              <a:latin typeface="Alata" panose="020B0604020202020204" charset="0"/>
              <a:cs typeface="Alata" panose="020B0604020202020204" charset="0"/>
            </a:endParaRPr>
          </a:p>
        </p:txBody>
      </p:sp>
    </p:spTree>
    <p:extLst>
      <p:ext uri="{BB962C8B-B14F-4D97-AF65-F5344CB8AC3E}">
        <p14:creationId xmlns:p14="http://schemas.microsoft.com/office/powerpoint/2010/main" val="1919370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AE8F3"/>
        </a:solidFill>
        <a:effectLst/>
      </p:bgPr>
    </p:bg>
    <p:spTree>
      <p:nvGrpSpPr>
        <p:cNvPr id="1" name="Shape 83">
          <a:extLst>
            <a:ext uri="{FF2B5EF4-FFF2-40B4-BE49-F238E27FC236}">
              <a16:creationId xmlns:a16="http://schemas.microsoft.com/office/drawing/2014/main" id="{7F35F8B9-F528-8259-BA62-459D29C806E2}"/>
            </a:ext>
          </a:extLst>
        </p:cNvPr>
        <p:cNvGrpSpPr/>
        <p:nvPr/>
      </p:nvGrpSpPr>
      <p:grpSpPr>
        <a:xfrm>
          <a:off x="0" y="0"/>
          <a:ext cx="0" cy="0"/>
          <a:chOff x="0" y="0"/>
          <a:chExt cx="0" cy="0"/>
        </a:xfrm>
      </p:grpSpPr>
      <p:sp>
        <p:nvSpPr>
          <p:cNvPr id="85" name="Google Shape;85;p14">
            <a:extLst>
              <a:ext uri="{FF2B5EF4-FFF2-40B4-BE49-F238E27FC236}">
                <a16:creationId xmlns:a16="http://schemas.microsoft.com/office/drawing/2014/main" id="{2E9595F8-5929-9F60-35C8-0FAACAC4334F}"/>
              </a:ext>
            </a:extLst>
          </p:cNvPr>
          <p:cNvSpPr txBox="1"/>
          <p:nvPr/>
        </p:nvSpPr>
        <p:spPr>
          <a:xfrm>
            <a:off x="514350" y="516133"/>
            <a:ext cx="6662057" cy="954107"/>
          </a:xfrm>
          <a:prstGeom prst="rect">
            <a:avLst/>
          </a:prstGeom>
          <a:noFill/>
          <a:ln>
            <a:noFill/>
          </a:ln>
        </p:spPr>
        <p:txBody>
          <a:bodyPr spcFirstLastPara="1" wrap="square" lIns="0" tIns="0" rIns="0" bIns="0" anchor="t" anchorCtr="0">
            <a:spAutoFit/>
          </a:bodyPr>
          <a:lstStyle/>
          <a:p>
            <a:pPr marL="0" marR="0" lvl="1" indent="0" algn="l" rtl="0">
              <a:lnSpc>
                <a:spcPct val="100000"/>
              </a:lnSpc>
              <a:spcBef>
                <a:spcPts val="0"/>
              </a:spcBef>
              <a:spcAft>
                <a:spcPts val="0"/>
              </a:spcAft>
              <a:buNone/>
            </a:pPr>
            <a:r>
              <a:rPr lang="en" sz="6200" dirty="0">
                <a:solidFill>
                  <a:srgbClr val="191515"/>
                </a:solidFill>
                <a:latin typeface="Anton"/>
                <a:ea typeface="Anton"/>
                <a:cs typeface="Anton"/>
                <a:sym typeface="Anton"/>
              </a:rPr>
              <a:t>FACT</a:t>
            </a:r>
            <a:r>
              <a:rPr lang="en" sz="6200" b="0" i="0" u="none" strike="noStrike" cap="none" dirty="0">
                <a:solidFill>
                  <a:srgbClr val="191515"/>
                </a:solidFill>
                <a:latin typeface="Anton"/>
                <a:ea typeface="Anton"/>
                <a:cs typeface="Anton"/>
                <a:sym typeface="Anton"/>
              </a:rPr>
              <a:t> TABLE  </a:t>
            </a:r>
            <a:endParaRPr sz="700" dirty="0"/>
          </a:p>
        </p:txBody>
      </p:sp>
      <p:sp>
        <p:nvSpPr>
          <p:cNvPr id="2" name="TextBox 1">
            <a:extLst>
              <a:ext uri="{FF2B5EF4-FFF2-40B4-BE49-F238E27FC236}">
                <a16:creationId xmlns:a16="http://schemas.microsoft.com/office/drawing/2014/main" id="{C0ABFE95-AB04-87FA-6B03-06A74D644431}"/>
              </a:ext>
            </a:extLst>
          </p:cNvPr>
          <p:cNvSpPr txBox="1"/>
          <p:nvPr/>
        </p:nvSpPr>
        <p:spPr>
          <a:xfrm>
            <a:off x="514350" y="1334866"/>
            <a:ext cx="7349490" cy="3970318"/>
          </a:xfrm>
          <a:prstGeom prst="rect">
            <a:avLst/>
          </a:prstGeom>
          <a:noFill/>
        </p:spPr>
        <p:txBody>
          <a:bodyPr wrap="square" numCol="2" rtlCol="0">
            <a:spAutoFit/>
          </a:bodyPr>
          <a:lstStyle/>
          <a:p>
            <a:r>
              <a:rPr lang="en-IN" b="1" dirty="0" err="1">
                <a:latin typeface="Alata" panose="020B0604020202020204" charset="0"/>
                <a:cs typeface="Alata" panose="020B0604020202020204" charset="0"/>
              </a:rPr>
              <a:t>NETWORK_KPI</a:t>
            </a:r>
            <a:r>
              <a:rPr lang="en-IN" b="1" dirty="0">
                <a:latin typeface="Alata" panose="020B0604020202020204" charset="0"/>
                <a:cs typeface="Alata" panose="020B0604020202020204" charset="0"/>
              </a:rPr>
              <a:t> </a:t>
            </a:r>
          </a:p>
          <a:p>
            <a:pPr marL="285750" indent="-285750">
              <a:buFont typeface="Arial" panose="020B0604020202020204" pitchFamily="34" charset="0"/>
              <a:buChar char="•"/>
            </a:pPr>
            <a:r>
              <a:rPr lang="en-IN" dirty="0" err="1">
                <a:latin typeface="Alata" panose="020B0604020202020204" charset="0"/>
                <a:cs typeface="Alata" panose="020B0604020202020204" charset="0"/>
              </a:rPr>
              <a:t>Kpi_id</a:t>
            </a:r>
            <a:r>
              <a:rPr lang="en-IN" dirty="0">
                <a:latin typeface="Alata" panose="020B0604020202020204" charset="0"/>
                <a:cs typeface="Alata" panose="020B0604020202020204" charset="0"/>
              </a:rPr>
              <a:t> (PK)</a:t>
            </a:r>
          </a:p>
          <a:p>
            <a:pPr marL="285750" indent="-285750">
              <a:buFont typeface="Arial" panose="020B0604020202020204" pitchFamily="34" charset="0"/>
              <a:buChar char="•"/>
            </a:pPr>
            <a:r>
              <a:rPr lang="en-IN" dirty="0">
                <a:latin typeface="Alata" panose="020B0604020202020204" charset="0"/>
                <a:cs typeface="Alata" panose="020B0604020202020204" charset="0"/>
              </a:rPr>
              <a:t>Time_id (FK)</a:t>
            </a:r>
          </a:p>
          <a:p>
            <a:pPr marL="285750" indent="-285750">
              <a:buFont typeface="Arial" panose="020B0604020202020204" pitchFamily="34" charset="0"/>
              <a:buChar char="•"/>
            </a:pPr>
            <a:r>
              <a:rPr lang="en-IN" dirty="0" err="1">
                <a:latin typeface="Alata" panose="020B0604020202020204" charset="0"/>
                <a:cs typeface="Alata" panose="020B0604020202020204" charset="0"/>
              </a:rPr>
              <a:t>Eqipment_id</a:t>
            </a:r>
            <a:r>
              <a:rPr lang="en-IN" dirty="0">
                <a:latin typeface="Alata" panose="020B0604020202020204" charset="0"/>
                <a:cs typeface="Alata" panose="020B0604020202020204" charset="0"/>
              </a:rPr>
              <a:t> (FK)</a:t>
            </a:r>
          </a:p>
          <a:p>
            <a:pPr marL="285750" indent="-285750">
              <a:buFont typeface="Arial" panose="020B0604020202020204" pitchFamily="34" charset="0"/>
              <a:buChar char="•"/>
            </a:pPr>
            <a:r>
              <a:rPr lang="en-IN" dirty="0">
                <a:latin typeface="Alata" panose="020B0604020202020204" charset="0"/>
                <a:cs typeface="Alata" panose="020B0604020202020204" charset="0"/>
              </a:rPr>
              <a:t>Tower_id (FK)</a:t>
            </a:r>
          </a:p>
          <a:p>
            <a:pPr marL="285750" indent="-285750">
              <a:buFont typeface="Arial" panose="020B0604020202020204" pitchFamily="34" charset="0"/>
              <a:buChar char="•"/>
            </a:pPr>
            <a:r>
              <a:rPr lang="en-IN" dirty="0">
                <a:latin typeface="Alata" panose="020B0604020202020204" charset="0"/>
                <a:cs typeface="Alata" panose="020B0604020202020204" charset="0"/>
              </a:rPr>
              <a:t>Latency </a:t>
            </a:r>
          </a:p>
          <a:p>
            <a:pPr marL="285750" indent="-285750">
              <a:buFont typeface="Arial" panose="020B0604020202020204" pitchFamily="34" charset="0"/>
              <a:buChar char="•"/>
            </a:pPr>
            <a:r>
              <a:rPr lang="en-IN" dirty="0" err="1">
                <a:latin typeface="Alata" panose="020B0604020202020204" charset="0"/>
                <a:cs typeface="Alata" panose="020B0604020202020204" charset="0"/>
              </a:rPr>
              <a:t>Call_drop_rate</a:t>
            </a:r>
            <a:r>
              <a:rPr lang="en-IN" dirty="0">
                <a:latin typeface="Alata" panose="020B0604020202020204" charset="0"/>
                <a:cs typeface="Alata" panose="020B0604020202020204" charset="0"/>
              </a:rPr>
              <a:t> </a:t>
            </a:r>
          </a:p>
          <a:p>
            <a:pPr marL="285750" indent="-285750">
              <a:buFont typeface="Arial" panose="020B0604020202020204" pitchFamily="34" charset="0"/>
              <a:buChar char="•"/>
            </a:pPr>
            <a:r>
              <a:rPr lang="en-IN" dirty="0">
                <a:latin typeface="Alata" panose="020B0604020202020204" charset="0"/>
                <a:cs typeface="Alata" panose="020B0604020202020204" charset="0"/>
              </a:rPr>
              <a:t>Throughput </a:t>
            </a:r>
          </a:p>
          <a:p>
            <a:endParaRPr lang="en-IN" dirty="0">
              <a:latin typeface="Alata" panose="020B0604020202020204" charset="0"/>
              <a:cs typeface="Alata" panose="020B0604020202020204" charset="0"/>
            </a:endParaRPr>
          </a:p>
          <a:p>
            <a:r>
              <a:rPr lang="en-IN" b="1" dirty="0" err="1">
                <a:latin typeface="Alata" panose="020B0604020202020204" charset="0"/>
                <a:cs typeface="Alata" panose="020B0604020202020204" charset="0"/>
              </a:rPr>
              <a:t>ALARM_EVENT</a:t>
            </a:r>
            <a:r>
              <a:rPr lang="en-IN" b="1" dirty="0">
                <a:latin typeface="Alata" panose="020B0604020202020204" charset="0"/>
                <a:cs typeface="Alata" panose="020B0604020202020204" charset="0"/>
              </a:rPr>
              <a:t> </a:t>
            </a:r>
          </a:p>
          <a:p>
            <a:pPr marL="285750" indent="-285750">
              <a:buFont typeface="Arial" panose="020B0604020202020204" pitchFamily="34" charset="0"/>
              <a:buChar char="•"/>
            </a:pPr>
            <a:r>
              <a:rPr lang="en-IN" dirty="0" err="1">
                <a:latin typeface="Alata" panose="020B0604020202020204" charset="0"/>
                <a:cs typeface="Alata" panose="020B0604020202020204" charset="0"/>
              </a:rPr>
              <a:t>Alarm_id</a:t>
            </a:r>
            <a:r>
              <a:rPr lang="en-IN" dirty="0">
                <a:latin typeface="Alata" panose="020B0604020202020204" charset="0"/>
                <a:cs typeface="Alata" panose="020B0604020202020204" charset="0"/>
              </a:rPr>
              <a:t> (PK)</a:t>
            </a:r>
          </a:p>
          <a:p>
            <a:pPr marL="285750" indent="-285750">
              <a:buFont typeface="Arial" panose="020B0604020202020204" pitchFamily="34" charset="0"/>
              <a:buChar char="•"/>
            </a:pPr>
            <a:r>
              <a:rPr lang="en-IN" dirty="0">
                <a:latin typeface="Alata" panose="020B0604020202020204" charset="0"/>
                <a:cs typeface="Alata" panose="020B0604020202020204" charset="0"/>
              </a:rPr>
              <a:t>Equipment_id (FK)</a:t>
            </a:r>
          </a:p>
          <a:p>
            <a:pPr marL="285750" indent="-285750">
              <a:buFont typeface="Arial" panose="020B0604020202020204" pitchFamily="34" charset="0"/>
              <a:buChar char="•"/>
            </a:pPr>
            <a:r>
              <a:rPr lang="en-IN" dirty="0">
                <a:latin typeface="Alata" panose="020B0604020202020204" charset="0"/>
                <a:cs typeface="Alata" panose="020B0604020202020204" charset="0"/>
              </a:rPr>
              <a:t>Time_id (FK)</a:t>
            </a:r>
          </a:p>
          <a:p>
            <a:pPr marL="285750" indent="-285750">
              <a:buFont typeface="Arial" panose="020B0604020202020204" pitchFamily="34" charset="0"/>
              <a:buChar char="•"/>
            </a:pPr>
            <a:r>
              <a:rPr lang="en-IN" dirty="0" err="1">
                <a:latin typeface="Alata" panose="020B0604020202020204" charset="0"/>
                <a:cs typeface="Alata" panose="020B0604020202020204" charset="0"/>
              </a:rPr>
              <a:t>Alarm_type</a:t>
            </a:r>
            <a:r>
              <a:rPr lang="en-IN" dirty="0">
                <a:latin typeface="Alata" panose="020B0604020202020204" charset="0"/>
                <a:cs typeface="Alata" panose="020B0604020202020204" charset="0"/>
              </a:rPr>
              <a:t> </a:t>
            </a:r>
          </a:p>
          <a:p>
            <a:pPr marL="285750" indent="-285750">
              <a:buFont typeface="Arial" panose="020B0604020202020204" pitchFamily="34" charset="0"/>
              <a:buChar char="•"/>
            </a:pPr>
            <a:r>
              <a:rPr lang="en-IN" dirty="0">
                <a:latin typeface="Alata" panose="020B0604020202020204" charset="0"/>
                <a:cs typeface="Alata" panose="020B0604020202020204" charset="0"/>
              </a:rPr>
              <a:t>Severity </a:t>
            </a:r>
          </a:p>
          <a:p>
            <a:pPr marL="285750" indent="-285750">
              <a:buFont typeface="Arial" panose="020B0604020202020204" pitchFamily="34" charset="0"/>
              <a:buChar char="•"/>
            </a:pPr>
            <a:r>
              <a:rPr lang="en-IN" dirty="0" err="1">
                <a:latin typeface="Alata" panose="020B0604020202020204" charset="0"/>
                <a:cs typeface="Alata" panose="020B0604020202020204" charset="0"/>
              </a:rPr>
              <a:t>Event_time</a:t>
            </a:r>
            <a:r>
              <a:rPr lang="en-IN" dirty="0">
                <a:latin typeface="Alata" panose="020B0604020202020204" charset="0"/>
                <a:cs typeface="Alata" panose="020B0604020202020204" charset="0"/>
              </a:rPr>
              <a:t> </a:t>
            </a:r>
          </a:p>
          <a:p>
            <a:pPr marL="285750" indent="-285750">
              <a:buFont typeface="Arial" panose="020B0604020202020204" pitchFamily="34" charset="0"/>
              <a:buChar char="•"/>
            </a:pPr>
            <a:r>
              <a:rPr lang="en-IN" dirty="0" err="1">
                <a:latin typeface="Alata" panose="020B0604020202020204" charset="0"/>
                <a:cs typeface="Alata" panose="020B0604020202020204" charset="0"/>
              </a:rPr>
              <a:t>Resolution_time</a:t>
            </a:r>
            <a:r>
              <a:rPr lang="en-IN" dirty="0">
                <a:latin typeface="Alata" panose="020B0604020202020204" charset="0"/>
                <a:cs typeface="Alata" panose="020B0604020202020204" charset="0"/>
              </a:rPr>
              <a:t> </a:t>
            </a:r>
          </a:p>
          <a:p>
            <a:pPr marL="285750" indent="-285750">
              <a:buFont typeface="Arial" panose="020B0604020202020204" pitchFamily="34" charset="0"/>
              <a:buChar char="•"/>
            </a:pPr>
            <a:endParaRPr lang="en-IN" dirty="0">
              <a:latin typeface="Alata" panose="020B0604020202020204" charset="0"/>
              <a:cs typeface="Alata" panose="020B0604020202020204" charset="0"/>
            </a:endParaRPr>
          </a:p>
          <a:p>
            <a:r>
              <a:rPr lang="en-IN" b="1" dirty="0" err="1">
                <a:latin typeface="Alata" panose="020B0604020202020204" charset="0"/>
                <a:cs typeface="Alata" panose="020B0604020202020204" charset="0"/>
              </a:rPr>
              <a:t>CUSTOMER_COMPLIANT</a:t>
            </a:r>
            <a:r>
              <a:rPr lang="en-IN" b="1" dirty="0">
                <a:latin typeface="Alata" panose="020B0604020202020204" charset="0"/>
                <a:cs typeface="Alata" panose="020B0604020202020204" charset="0"/>
              </a:rPr>
              <a:t> </a:t>
            </a:r>
          </a:p>
          <a:p>
            <a:pPr marL="285750" indent="-285750">
              <a:buFont typeface="Arial" panose="020B0604020202020204" pitchFamily="34" charset="0"/>
              <a:buChar char="•"/>
            </a:pPr>
            <a:r>
              <a:rPr lang="en-IN" dirty="0" err="1">
                <a:latin typeface="Alata" panose="020B0604020202020204" charset="0"/>
                <a:cs typeface="Alata" panose="020B0604020202020204" charset="0"/>
              </a:rPr>
              <a:t>Compliant_id</a:t>
            </a:r>
            <a:r>
              <a:rPr lang="en-IN" dirty="0">
                <a:latin typeface="Alata" panose="020B0604020202020204" charset="0"/>
                <a:cs typeface="Alata" panose="020B0604020202020204" charset="0"/>
              </a:rPr>
              <a:t> (PK)</a:t>
            </a:r>
          </a:p>
          <a:p>
            <a:pPr marL="285750" indent="-285750">
              <a:buFont typeface="Arial" panose="020B0604020202020204" pitchFamily="34" charset="0"/>
              <a:buChar char="•"/>
            </a:pPr>
            <a:r>
              <a:rPr lang="en-IN" dirty="0">
                <a:latin typeface="Alata" panose="020B0604020202020204" charset="0"/>
                <a:cs typeface="Alata" panose="020B0604020202020204" charset="0"/>
              </a:rPr>
              <a:t>Customer_id (FK)</a:t>
            </a:r>
          </a:p>
          <a:p>
            <a:pPr marL="285750" indent="-285750">
              <a:buFont typeface="Arial" panose="020B0604020202020204" pitchFamily="34" charset="0"/>
              <a:buChar char="•"/>
            </a:pPr>
            <a:r>
              <a:rPr lang="en-IN" dirty="0">
                <a:latin typeface="Alata" panose="020B0604020202020204" charset="0"/>
                <a:cs typeface="Alata" panose="020B0604020202020204" charset="0"/>
              </a:rPr>
              <a:t>Tower_id (FK)</a:t>
            </a:r>
          </a:p>
          <a:p>
            <a:pPr marL="285750" indent="-285750">
              <a:buFont typeface="Arial" panose="020B0604020202020204" pitchFamily="34" charset="0"/>
              <a:buChar char="•"/>
            </a:pPr>
            <a:r>
              <a:rPr lang="en-IN" dirty="0">
                <a:latin typeface="Alata" panose="020B0604020202020204" charset="0"/>
                <a:cs typeface="Alata" panose="020B0604020202020204" charset="0"/>
              </a:rPr>
              <a:t>Category </a:t>
            </a:r>
          </a:p>
          <a:p>
            <a:pPr marL="285750" indent="-285750">
              <a:buFont typeface="Arial" panose="020B0604020202020204" pitchFamily="34" charset="0"/>
              <a:buChar char="•"/>
            </a:pPr>
            <a:r>
              <a:rPr lang="en-IN" dirty="0">
                <a:latin typeface="Alata" panose="020B0604020202020204" charset="0"/>
                <a:cs typeface="Alata" panose="020B0604020202020204" charset="0"/>
              </a:rPr>
              <a:t>Priority </a:t>
            </a:r>
          </a:p>
          <a:p>
            <a:pPr marL="285750" indent="-285750">
              <a:buFont typeface="Arial" panose="020B0604020202020204" pitchFamily="34" charset="0"/>
              <a:buChar char="•"/>
            </a:pPr>
            <a:r>
              <a:rPr lang="en-IN" dirty="0" err="1">
                <a:latin typeface="Alata" panose="020B0604020202020204" charset="0"/>
                <a:cs typeface="Alata" panose="020B0604020202020204" charset="0"/>
              </a:rPr>
              <a:t>Resolution_time</a:t>
            </a:r>
            <a:r>
              <a:rPr lang="en-IN" dirty="0">
                <a:latin typeface="Alata" panose="020B0604020202020204" charset="0"/>
                <a:cs typeface="Alata" panose="020B0604020202020204" charset="0"/>
              </a:rPr>
              <a:t> </a:t>
            </a:r>
          </a:p>
          <a:p>
            <a:endParaRPr lang="en-IN" dirty="0">
              <a:latin typeface="Alata" panose="020B0604020202020204" charset="0"/>
              <a:cs typeface="Alata" panose="020B0604020202020204" charset="0"/>
            </a:endParaRPr>
          </a:p>
          <a:p>
            <a:r>
              <a:rPr lang="en-IN" b="1" dirty="0" err="1">
                <a:latin typeface="Alata" panose="020B0604020202020204" charset="0"/>
                <a:cs typeface="Alata" panose="020B0604020202020204" charset="0"/>
              </a:rPr>
              <a:t>OPERATIONAL_COST</a:t>
            </a:r>
            <a:r>
              <a:rPr lang="en-IN" b="1" dirty="0">
                <a:latin typeface="Alata" panose="020B0604020202020204" charset="0"/>
                <a:cs typeface="Alata" panose="020B0604020202020204" charset="0"/>
              </a:rPr>
              <a:t> </a:t>
            </a:r>
          </a:p>
          <a:p>
            <a:pPr marL="285750" indent="-285750">
              <a:buFont typeface="Arial" panose="020B0604020202020204" pitchFamily="34" charset="0"/>
              <a:buChar char="•"/>
            </a:pPr>
            <a:r>
              <a:rPr lang="en-IN" dirty="0" err="1">
                <a:latin typeface="Alata" panose="020B0604020202020204" charset="0"/>
                <a:cs typeface="Alata" panose="020B0604020202020204" charset="0"/>
              </a:rPr>
              <a:t>Cost_id</a:t>
            </a:r>
            <a:r>
              <a:rPr lang="en-IN" dirty="0">
                <a:latin typeface="Alata" panose="020B0604020202020204" charset="0"/>
                <a:cs typeface="Alata" panose="020B0604020202020204" charset="0"/>
              </a:rPr>
              <a:t> (PK)</a:t>
            </a:r>
          </a:p>
          <a:p>
            <a:pPr marL="285750" indent="-285750">
              <a:buFont typeface="Arial" panose="020B0604020202020204" pitchFamily="34" charset="0"/>
              <a:buChar char="•"/>
            </a:pPr>
            <a:r>
              <a:rPr lang="en-IN" dirty="0">
                <a:latin typeface="Alata" panose="020B0604020202020204" charset="0"/>
                <a:cs typeface="Alata" panose="020B0604020202020204" charset="0"/>
              </a:rPr>
              <a:t>Tower_id (FK)</a:t>
            </a:r>
          </a:p>
          <a:p>
            <a:pPr marL="285750" indent="-285750">
              <a:buFont typeface="Arial" panose="020B0604020202020204" pitchFamily="34" charset="0"/>
              <a:buChar char="•"/>
            </a:pPr>
            <a:r>
              <a:rPr lang="en-IN" dirty="0">
                <a:latin typeface="Alata" panose="020B0604020202020204" charset="0"/>
                <a:cs typeface="Alata" panose="020B0604020202020204" charset="0"/>
              </a:rPr>
              <a:t>Time_id (FK)</a:t>
            </a:r>
          </a:p>
          <a:p>
            <a:pPr marL="285750" indent="-285750">
              <a:buFont typeface="Arial" panose="020B0604020202020204" pitchFamily="34" charset="0"/>
              <a:buChar char="•"/>
            </a:pPr>
            <a:r>
              <a:rPr lang="en-IN" dirty="0" err="1">
                <a:latin typeface="Alata" panose="020B0604020202020204" charset="0"/>
                <a:cs typeface="Alata" panose="020B0604020202020204" charset="0"/>
              </a:rPr>
              <a:t>Power_cost</a:t>
            </a:r>
            <a:r>
              <a:rPr lang="en-IN" dirty="0">
                <a:latin typeface="Alata" panose="020B0604020202020204" charset="0"/>
                <a:cs typeface="Alata" panose="020B0604020202020204" charset="0"/>
              </a:rPr>
              <a:t> </a:t>
            </a:r>
          </a:p>
          <a:p>
            <a:pPr marL="285750" indent="-285750">
              <a:buFont typeface="Arial" panose="020B0604020202020204" pitchFamily="34" charset="0"/>
              <a:buChar char="•"/>
            </a:pPr>
            <a:r>
              <a:rPr lang="en-IN" dirty="0" err="1">
                <a:latin typeface="Alata" panose="020B0604020202020204" charset="0"/>
                <a:cs typeface="Alata" panose="020B0604020202020204" charset="0"/>
              </a:rPr>
              <a:t>Maintenance_cost</a:t>
            </a:r>
            <a:r>
              <a:rPr lang="en-IN" dirty="0">
                <a:latin typeface="Alata" panose="020B0604020202020204" charset="0"/>
                <a:cs typeface="Alata" panose="020B0604020202020204" charset="0"/>
              </a:rPr>
              <a:t> </a:t>
            </a:r>
          </a:p>
          <a:p>
            <a:pPr marL="285750" indent="-285750">
              <a:buFont typeface="Arial" panose="020B0604020202020204" pitchFamily="34" charset="0"/>
              <a:buChar char="•"/>
            </a:pPr>
            <a:r>
              <a:rPr lang="en-IN" dirty="0" err="1">
                <a:latin typeface="Alata" panose="020B0604020202020204" charset="0"/>
                <a:cs typeface="Alata" panose="020B0604020202020204" charset="0"/>
              </a:rPr>
              <a:t>Vendor_cost</a:t>
            </a:r>
            <a:r>
              <a:rPr lang="en-IN" dirty="0">
                <a:latin typeface="Alata" panose="020B0604020202020204" charset="0"/>
                <a:cs typeface="Alata" panose="020B0604020202020204" charset="0"/>
              </a:rPr>
              <a:t> </a:t>
            </a:r>
          </a:p>
          <a:p>
            <a:pPr marL="285750" indent="-285750">
              <a:buFont typeface="Arial" panose="020B0604020202020204" pitchFamily="34" charset="0"/>
              <a:buChar char="•"/>
            </a:pPr>
            <a:endParaRPr lang="en-IN" dirty="0">
              <a:latin typeface="Alata" panose="020B0604020202020204" charset="0"/>
              <a:cs typeface="Alata" panose="020B0604020202020204" charset="0"/>
            </a:endParaRPr>
          </a:p>
        </p:txBody>
      </p:sp>
    </p:spTree>
    <p:extLst>
      <p:ext uri="{BB962C8B-B14F-4D97-AF65-F5344CB8AC3E}">
        <p14:creationId xmlns:p14="http://schemas.microsoft.com/office/powerpoint/2010/main" val="3440012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AE8F3"/>
        </a:solidFill>
        <a:effectLst/>
      </p:bgPr>
    </p:bg>
    <p:spTree>
      <p:nvGrpSpPr>
        <p:cNvPr id="1" name="Shape 83">
          <a:extLst>
            <a:ext uri="{FF2B5EF4-FFF2-40B4-BE49-F238E27FC236}">
              <a16:creationId xmlns:a16="http://schemas.microsoft.com/office/drawing/2014/main" id="{7F35F8B9-F528-8259-BA62-459D29C806E2}"/>
            </a:ext>
          </a:extLst>
        </p:cNvPr>
        <p:cNvGrpSpPr/>
        <p:nvPr/>
      </p:nvGrpSpPr>
      <p:grpSpPr>
        <a:xfrm>
          <a:off x="0" y="0"/>
          <a:ext cx="0" cy="0"/>
          <a:chOff x="0" y="0"/>
          <a:chExt cx="0" cy="0"/>
        </a:xfrm>
      </p:grpSpPr>
      <p:sp>
        <p:nvSpPr>
          <p:cNvPr id="85" name="Google Shape;85;p14">
            <a:extLst>
              <a:ext uri="{FF2B5EF4-FFF2-40B4-BE49-F238E27FC236}">
                <a16:creationId xmlns:a16="http://schemas.microsoft.com/office/drawing/2014/main" id="{2E9595F8-5929-9F60-35C8-0FAACAC4334F}"/>
              </a:ext>
            </a:extLst>
          </p:cNvPr>
          <p:cNvSpPr txBox="1"/>
          <p:nvPr/>
        </p:nvSpPr>
        <p:spPr>
          <a:xfrm>
            <a:off x="514350" y="516133"/>
            <a:ext cx="6662057" cy="954107"/>
          </a:xfrm>
          <a:prstGeom prst="rect">
            <a:avLst/>
          </a:prstGeom>
          <a:noFill/>
          <a:ln>
            <a:noFill/>
          </a:ln>
        </p:spPr>
        <p:txBody>
          <a:bodyPr spcFirstLastPara="1" wrap="square" lIns="0" tIns="0" rIns="0" bIns="0" anchor="t" anchorCtr="0">
            <a:spAutoFit/>
          </a:bodyPr>
          <a:lstStyle/>
          <a:p>
            <a:pPr marL="0" marR="0" lvl="1" indent="0" algn="l" rtl="0">
              <a:lnSpc>
                <a:spcPct val="100000"/>
              </a:lnSpc>
              <a:spcBef>
                <a:spcPts val="0"/>
              </a:spcBef>
              <a:spcAft>
                <a:spcPts val="0"/>
              </a:spcAft>
              <a:buNone/>
            </a:pPr>
            <a:r>
              <a:rPr lang="en" sz="6200" dirty="0">
                <a:solidFill>
                  <a:srgbClr val="191515"/>
                </a:solidFill>
                <a:latin typeface="Anton"/>
                <a:ea typeface="Anton"/>
                <a:cs typeface="Anton"/>
                <a:sym typeface="Anton"/>
              </a:rPr>
              <a:t>FACT</a:t>
            </a:r>
            <a:r>
              <a:rPr lang="en" sz="6200" b="0" i="0" u="none" strike="noStrike" cap="none" dirty="0">
                <a:solidFill>
                  <a:srgbClr val="191515"/>
                </a:solidFill>
                <a:latin typeface="Anton"/>
                <a:ea typeface="Anton"/>
                <a:cs typeface="Anton"/>
                <a:sym typeface="Anton"/>
              </a:rPr>
              <a:t> TABLE  </a:t>
            </a:r>
            <a:endParaRPr sz="700" dirty="0"/>
          </a:p>
        </p:txBody>
      </p:sp>
      <p:sp>
        <p:nvSpPr>
          <p:cNvPr id="2" name="TextBox 1">
            <a:extLst>
              <a:ext uri="{FF2B5EF4-FFF2-40B4-BE49-F238E27FC236}">
                <a16:creationId xmlns:a16="http://schemas.microsoft.com/office/drawing/2014/main" id="{C0ABFE95-AB04-87FA-6B03-06A74D644431}"/>
              </a:ext>
            </a:extLst>
          </p:cNvPr>
          <p:cNvSpPr txBox="1"/>
          <p:nvPr/>
        </p:nvSpPr>
        <p:spPr>
          <a:xfrm>
            <a:off x="514350" y="1470240"/>
            <a:ext cx="7349490" cy="5262979"/>
          </a:xfrm>
          <a:prstGeom prst="rect">
            <a:avLst/>
          </a:prstGeom>
          <a:noFill/>
        </p:spPr>
        <p:txBody>
          <a:bodyPr wrap="square" numCol="2" rtlCol="0">
            <a:spAutoFit/>
          </a:bodyPr>
          <a:lstStyle/>
          <a:p>
            <a:r>
              <a:rPr lang="en-IN" b="1" dirty="0" err="1">
                <a:latin typeface="Alata" panose="020B0604020202020204" charset="0"/>
                <a:cs typeface="Alata" panose="020B0604020202020204" charset="0"/>
              </a:rPr>
              <a:t>RF_COMPLIANCE</a:t>
            </a:r>
            <a:r>
              <a:rPr lang="en-IN" b="1" dirty="0">
                <a:latin typeface="Alata" panose="020B0604020202020204" charset="0"/>
                <a:cs typeface="Alata" panose="020B0604020202020204" charset="0"/>
              </a:rPr>
              <a:t> </a:t>
            </a:r>
          </a:p>
          <a:p>
            <a:pPr marL="285750" indent="-285750">
              <a:buFont typeface="Arial" panose="020B0604020202020204" pitchFamily="34" charset="0"/>
              <a:buChar char="•"/>
            </a:pPr>
            <a:r>
              <a:rPr lang="en-IN" dirty="0" err="1">
                <a:latin typeface="Alata" panose="020B0604020202020204" charset="0"/>
                <a:cs typeface="Alata" panose="020B0604020202020204" charset="0"/>
              </a:rPr>
              <a:t>Compliance_id</a:t>
            </a:r>
            <a:r>
              <a:rPr lang="en-IN" dirty="0">
                <a:latin typeface="Alata" panose="020B0604020202020204" charset="0"/>
                <a:cs typeface="Alata" panose="020B0604020202020204" charset="0"/>
              </a:rPr>
              <a:t> (PK)</a:t>
            </a:r>
          </a:p>
          <a:p>
            <a:pPr marL="285750" indent="-285750">
              <a:buFont typeface="Arial" panose="020B0604020202020204" pitchFamily="34" charset="0"/>
              <a:buChar char="•"/>
            </a:pPr>
            <a:r>
              <a:rPr lang="en-IN" dirty="0">
                <a:latin typeface="Alata" panose="020B0604020202020204" charset="0"/>
                <a:cs typeface="Alata" panose="020B0604020202020204" charset="0"/>
              </a:rPr>
              <a:t>Tower_id (FK)</a:t>
            </a:r>
          </a:p>
          <a:p>
            <a:pPr marL="285750" indent="-285750">
              <a:buFont typeface="Arial" panose="020B0604020202020204" pitchFamily="34" charset="0"/>
              <a:buChar char="•"/>
            </a:pPr>
            <a:r>
              <a:rPr lang="en-IN" dirty="0">
                <a:latin typeface="Alata" panose="020B0604020202020204" charset="0"/>
                <a:cs typeface="Alata" panose="020B0604020202020204" charset="0"/>
              </a:rPr>
              <a:t>Time_id (FK)</a:t>
            </a:r>
          </a:p>
          <a:p>
            <a:pPr marL="285750" indent="-285750">
              <a:buFont typeface="Arial" panose="020B0604020202020204" pitchFamily="34" charset="0"/>
              <a:buChar char="•"/>
            </a:pPr>
            <a:r>
              <a:rPr lang="en-IN" dirty="0" err="1">
                <a:latin typeface="Alata" panose="020B0604020202020204" charset="0"/>
                <a:cs typeface="Alata" panose="020B0604020202020204" charset="0"/>
              </a:rPr>
              <a:t>Rf_exposure</a:t>
            </a:r>
            <a:r>
              <a:rPr lang="en-IN" dirty="0">
                <a:latin typeface="Alata" panose="020B0604020202020204" charset="0"/>
                <a:cs typeface="Alata" panose="020B0604020202020204" charset="0"/>
              </a:rPr>
              <a:t> </a:t>
            </a:r>
          </a:p>
          <a:p>
            <a:pPr marL="285750" indent="-285750">
              <a:buFont typeface="Arial" panose="020B0604020202020204" pitchFamily="34" charset="0"/>
              <a:buChar char="•"/>
            </a:pPr>
            <a:r>
              <a:rPr lang="en-IN" dirty="0" err="1">
                <a:latin typeface="Alata" panose="020B0604020202020204" charset="0"/>
                <a:cs typeface="Alata" panose="020B0604020202020204" charset="0"/>
              </a:rPr>
              <a:t>Compliance_status</a:t>
            </a:r>
            <a:r>
              <a:rPr lang="en-IN" dirty="0">
                <a:latin typeface="Alata" panose="020B0604020202020204" charset="0"/>
                <a:cs typeface="Alata" panose="020B0604020202020204" charset="0"/>
              </a:rPr>
              <a:t> </a:t>
            </a:r>
          </a:p>
          <a:p>
            <a:pPr marL="285750" indent="-285750">
              <a:buFont typeface="Arial" panose="020B0604020202020204" pitchFamily="34" charset="0"/>
              <a:buChar char="•"/>
            </a:pPr>
            <a:r>
              <a:rPr lang="en-IN" dirty="0" err="1">
                <a:latin typeface="Alata" panose="020B0604020202020204" charset="0"/>
                <a:cs typeface="Alata" panose="020B0604020202020204" charset="0"/>
              </a:rPr>
              <a:t>Audit_date</a:t>
            </a:r>
            <a:r>
              <a:rPr lang="en-IN" dirty="0">
                <a:latin typeface="Alata" panose="020B0604020202020204" charset="0"/>
                <a:cs typeface="Alata" panose="020B0604020202020204" charset="0"/>
              </a:rPr>
              <a:t> </a:t>
            </a:r>
          </a:p>
          <a:p>
            <a:pPr marL="285750" indent="-285750">
              <a:buFont typeface="Arial" panose="020B0604020202020204" pitchFamily="34" charset="0"/>
              <a:buChar char="•"/>
            </a:pPr>
            <a:endParaRPr lang="en-IN" dirty="0">
              <a:latin typeface="Alata" panose="020B0604020202020204" charset="0"/>
              <a:cs typeface="Alata" panose="020B0604020202020204" charset="0"/>
            </a:endParaRPr>
          </a:p>
          <a:p>
            <a:r>
              <a:rPr lang="en-IN" b="1" dirty="0" err="1">
                <a:latin typeface="Alata" panose="020B0604020202020204" charset="0"/>
                <a:cs typeface="Alata" panose="020B0604020202020204" charset="0"/>
              </a:rPr>
              <a:t>MAINTENANCE_ACTIVITY</a:t>
            </a:r>
            <a:r>
              <a:rPr lang="en-IN" b="1" dirty="0">
                <a:latin typeface="Alata" panose="020B0604020202020204" charset="0"/>
                <a:cs typeface="Alata" panose="020B0604020202020204" charset="0"/>
              </a:rPr>
              <a:t> </a:t>
            </a:r>
          </a:p>
          <a:p>
            <a:pPr marL="285750" indent="-285750">
              <a:buFont typeface="Arial" panose="020B0604020202020204" pitchFamily="34" charset="0"/>
              <a:buChar char="•"/>
            </a:pPr>
            <a:r>
              <a:rPr lang="en-IN" dirty="0" err="1">
                <a:latin typeface="Alata" panose="020B0604020202020204" charset="0"/>
                <a:cs typeface="Alata" panose="020B0604020202020204" charset="0"/>
              </a:rPr>
              <a:t>Maintenance_id</a:t>
            </a:r>
            <a:r>
              <a:rPr lang="en-IN" dirty="0">
                <a:latin typeface="Alata" panose="020B0604020202020204" charset="0"/>
                <a:cs typeface="Alata" panose="020B0604020202020204" charset="0"/>
              </a:rPr>
              <a:t> (PK)</a:t>
            </a:r>
          </a:p>
          <a:p>
            <a:pPr marL="285750" indent="-285750">
              <a:buFont typeface="Arial" panose="020B0604020202020204" pitchFamily="34" charset="0"/>
              <a:buChar char="•"/>
            </a:pPr>
            <a:r>
              <a:rPr lang="en-IN" dirty="0">
                <a:latin typeface="Alata" panose="020B0604020202020204" charset="0"/>
                <a:cs typeface="Alata" panose="020B0604020202020204" charset="0"/>
              </a:rPr>
              <a:t>Equipment_id (FK)</a:t>
            </a:r>
          </a:p>
          <a:p>
            <a:pPr marL="285750" indent="-285750">
              <a:buFont typeface="Arial" panose="020B0604020202020204" pitchFamily="34" charset="0"/>
              <a:buChar char="•"/>
            </a:pPr>
            <a:r>
              <a:rPr lang="en-IN" dirty="0">
                <a:latin typeface="Alata" panose="020B0604020202020204" charset="0"/>
                <a:cs typeface="Alata" panose="020B0604020202020204" charset="0"/>
              </a:rPr>
              <a:t>Tower_id (FK)</a:t>
            </a:r>
          </a:p>
          <a:p>
            <a:pPr marL="285750" indent="-285750">
              <a:buFont typeface="Arial" panose="020B0604020202020204" pitchFamily="34" charset="0"/>
              <a:buChar char="•"/>
            </a:pPr>
            <a:r>
              <a:rPr lang="en-IN" dirty="0">
                <a:latin typeface="Alata" panose="020B0604020202020204" charset="0"/>
                <a:cs typeface="Alata" panose="020B0604020202020204" charset="0"/>
              </a:rPr>
              <a:t>Time_id (FK)</a:t>
            </a:r>
          </a:p>
          <a:p>
            <a:pPr marL="285750" indent="-285750">
              <a:buFont typeface="Arial" panose="020B0604020202020204" pitchFamily="34" charset="0"/>
              <a:buChar char="•"/>
            </a:pPr>
            <a:r>
              <a:rPr lang="en-IN" dirty="0" err="1">
                <a:latin typeface="Alata" panose="020B0604020202020204" charset="0"/>
                <a:cs typeface="Alata" panose="020B0604020202020204" charset="0"/>
              </a:rPr>
              <a:t>Maintenance_minutes</a:t>
            </a:r>
            <a:r>
              <a:rPr lang="en-IN" dirty="0">
                <a:latin typeface="Alata" panose="020B0604020202020204" charset="0"/>
                <a:cs typeface="Alata" panose="020B0604020202020204" charset="0"/>
              </a:rPr>
              <a:t> </a:t>
            </a:r>
          </a:p>
          <a:p>
            <a:pPr marL="285750" indent="-285750">
              <a:buFont typeface="Arial" panose="020B0604020202020204" pitchFamily="34" charset="0"/>
              <a:buChar char="•"/>
            </a:pPr>
            <a:r>
              <a:rPr lang="en-IN" dirty="0" err="1">
                <a:latin typeface="Alata" panose="020B0604020202020204" charset="0"/>
                <a:cs typeface="Alata" panose="020B0604020202020204" charset="0"/>
              </a:rPr>
              <a:t>Downtime_minutes</a:t>
            </a:r>
            <a:r>
              <a:rPr lang="en-IN" dirty="0">
                <a:latin typeface="Alata" panose="020B0604020202020204" charset="0"/>
                <a:cs typeface="Alata" panose="020B0604020202020204" charset="0"/>
              </a:rPr>
              <a:t> </a:t>
            </a:r>
          </a:p>
          <a:p>
            <a:pPr marL="285750" indent="-285750">
              <a:buFont typeface="Arial" panose="020B0604020202020204" pitchFamily="34" charset="0"/>
              <a:buChar char="•"/>
            </a:pPr>
            <a:r>
              <a:rPr lang="en-IN" dirty="0">
                <a:latin typeface="Alata" panose="020B0604020202020204" charset="0"/>
                <a:cs typeface="Alata" panose="020B0604020202020204" charset="0"/>
              </a:rPr>
              <a:t>Cost </a:t>
            </a:r>
          </a:p>
          <a:p>
            <a:pPr marL="285750" indent="-285750">
              <a:buFont typeface="Arial" panose="020B0604020202020204" pitchFamily="34" charset="0"/>
              <a:buChar char="•"/>
            </a:pPr>
            <a:endParaRPr lang="en-IN" dirty="0">
              <a:latin typeface="Alata" panose="020B0604020202020204" charset="0"/>
              <a:cs typeface="Alata" panose="020B0604020202020204" charset="0"/>
            </a:endParaRPr>
          </a:p>
          <a:p>
            <a:endParaRPr lang="en-IN" dirty="0">
              <a:latin typeface="Alata" panose="020B0604020202020204" charset="0"/>
              <a:cs typeface="Alata" panose="020B0604020202020204" charset="0"/>
            </a:endParaRPr>
          </a:p>
          <a:p>
            <a:endParaRPr lang="en-IN" b="1" dirty="0">
              <a:latin typeface="Alata" panose="020B0604020202020204" charset="0"/>
              <a:cs typeface="Alata" panose="020B0604020202020204" charset="0"/>
            </a:endParaRPr>
          </a:p>
          <a:p>
            <a:endParaRPr lang="en-IN" b="1" dirty="0">
              <a:latin typeface="Alata" panose="020B0604020202020204" charset="0"/>
              <a:cs typeface="Alata" panose="020B0604020202020204" charset="0"/>
            </a:endParaRPr>
          </a:p>
          <a:p>
            <a:endParaRPr lang="en-IN" b="1" dirty="0">
              <a:latin typeface="Alata" panose="020B0604020202020204" charset="0"/>
              <a:cs typeface="Alata" panose="020B0604020202020204" charset="0"/>
            </a:endParaRPr>
          </a:p>
          <a:p>
            <a:endParaRPr lang="en-IN" b="1" dirty="0">
              <a:latin typeface="Alata" panose="020B0604020202020204" charset="0"/>
              <a:cs typeface="Alata" panose="020B0604020202020204" charset="0"/>
            </a:endParaRPr>
          </a:p>
          <a:p>
            <a:endParaRPr lang="en-IN" b="1" dirty="0">
              <a:latin typeface="Alata" panose="020B0604020202020204" charset="0"/>
              <a:cs typeface="Alata" panose="020B0604020202020204" charset="0"/>
            </a:endParaRPr>
          </a:p>
          <a:p>
            <a:endParaRPr lang="en-IN" b="1" dirty="0">
              <a:latin typeface="Alata" panose="020B0604020202020204" charset="0"/>
              <a:cs typeface="Alata" panose="020B0604020202020204" charset="0"/>
            </a:endParaRPr>
          </a:p>
          <a:p>
            <a:r>
              <a:rPr lang="en-IN" b="1" dirty="0" err="1">
                <a:latin typeface="Alata" panose="020B0604020202020204" charset="0"/>
                <a:cs typeface="Alata" panose="020B0604020202020204" charset="0"/>
              </a:rPr>
              <a:t>OUTAGE_EVENT</a:t>
            </a:r>
            <a:endParaRPr lang="en-IN" b="1" dirty="0">
              <a:latin typeface="Alata" panose="020B0604020202020204" charset="0"/>
              <a:cs typeface="Alata" panose="020B0604020202020204" charset="0"/>
            </a:endParaRPr>
          </a:p>
          <a:p>
            <a:pPr marL="285750" indent="-285750">
              <a:buFont typeface="Arial" panose="020B0604020202020204" pitchFamily="34" charset="0"/>
              <a:buChar char="•"/>
            </a:pPr>
            <a:r>
              <a:rPr lang="en-IN" dirty="0" err="1">
                <a:latin typeface="Alata" panose="020B0604020202020204" charset="0"/>
                <a:cs typeface="Alata" panose="020B0604020202020204" charset="0"/>
              </a:rPr>
              <a:t>Outage_id</a:t>
            </a:r>
            <a:r>
              <a:rPr lang="en-IN" dirty="0">
                <a:latin typeface="Alata" panose="020B0604020202020204" charset="0"/>
                <a:cs typeface="Alata" panose="020B0604020202020204" charset="0"/>
              </a:rPr>
              <a:t> (PK) </a:t>
            </a:r>
          </a:p>
          <a:p>
            <a:pPr marL="285750" indent="-285750">
              <a:buFont typeface="Arial" panose="020B0604020202020204" pitchFamily="34" charset="0"/>
              <a:buChar char="•"/>
            </a:pPr>
            <a:r>
              <a:rPr lang="en-IN" dirty="0">
                <a:latin typeface="Alata" panose="020B0604020202020204" charset="0"/>
                <a:cs typeface="Alata" panose="020B0604020202020204" charset="0"/>
              </a:rPr>
              <a:t>Tower_id (FK)</a:t>
            </a:r>
          </a:p>
          <a:p>
            <a:pPr marL="285750" indent="-285750">
              <a:buFont typeface="Arial" panose="020B0604020202020204" pitchFamily="34" charset="0"/>
              <a:buChar char="•"/>
            </a:pPr>
            <a:r>
              <a:rPr lang="en-IN" dirty="0">
                <a:latin typeface="Alata" panose="020B0604020202020204" charset="0"/>
                <a:cs typeface="Alata" panose="020B0604020202020204" charset="0"/>
              </a:rPr>
              <a:t>Time_id (FK)</a:t>
            </a:r>
          </a:p>
          <a:p>
            <a:pPr marL="285750" indent="-285750">
              <a:buFont typeface="Arial" panose="020B0604020202020204" pitchFamily="34" charset="0"/>
              <a:buChar char="•"/>
            </a:pPr>
            <a:r>
              <a:rPr lang="en-IN" dirty="0" err="1">
                <a:latin typeface="Alata" panose="020B0604020202020204" charset="0"/>
                <a:cs typeface="Alata" panose="020B0604020202020204" charset="0"/>
              </a:rPr>
              <a:t>Outage_reason</a:t>
            </a:r>
            <a:r>
              <a:rPr lang="en-IN" dirty="0">
                <a:latin typeface="Alata" panose="020B0604020202020204" charset="0"/>
                <a:cs typeface="Alata" panose="020B0604020202020204" charset="0"/>
              </a:rPr>
              <a:t> </a:t>
            </a:r>
          </a:p>
          <a:p>
            <a:pPr marL="285750" indent="-285750">
              <a:buFont typeface="Arial" panose="020B0604020202020204" pitchFamily="34" charset="0"/>
              <a:buChar char="•"/>
            </a:pPr>
            <a:r>
              <a:rPr lang="en-IN" dirty="0" err="1">
                <a:latin typeface="Alata" panose="020B0604020202020204" charset="0"/>
                <a:cs typeface="Alata" panose="020B0604020202020204" charset="0"/>
              </a:rPr>
              <a:t>Duration_minutes</a:t>
            </a:r>
            <a:r>
              <a:rPr lang="en-IN" dirty="0">
                <a:latin typeface="Alata" panose="020B0604020202020204" charset="0"/>
                <a:cs typeface="Alata" panose="020B0604020202020204" charset="0"/>
              </a:rPr>
              <a:t> </a:t>
            </a:r>
          </a:p>
          <a:p>
            <a:pPr marL="285750" indent="-285750">
              <a:buFont typeface="Arial" panose="020B0604020202020204" pitchFamily="34" charset="0"/>
              <a:buChar char="•"/>
            </a:pPr>
            <a:r>
              <a:rPr lang="en-IN" dirty="0" err="1">
                <a:latin typeface="Alata" panose="020B0604020202020204" charset="0"/>
                <a:cs typeface="Alata" panose="020B0604020202020204" charset="0"/>
              </a:rPr>
              <a:t>Affected_customers</a:t>
            </a:r>
            <a:r>
              <a:rPr lang="en-IN" dirty="0">
                <a:latin typeface="Alata" panose="020B0604020202020204" charset="0"/>
                <a:cs typeface="Alata" panose="020B0604020202020204" charset="0"/>
              </a:rPr>
              <a:t> </a:t>
            </a:r>
          </a:p>
          <a:p>
            <a:pPr marL="285750" indent="-285750">
              <a:buFont typeface="Arial" panose="020B0604020202020204" pitchFamily="34" charset="0"/>
              <a:buChar char="•"/>
            </a:pPr>
            <a:endParaRPr lang="en-IN" dirty="0">
              <a:latin typeface="Alata" panose="020B0604020202020204" charset="0"/>
              <a:cs typeface="Alata" panose="020B0604020202020204" charset="0"/>
            </a:endParaRPr>
          </a:p>
          <a:p>
            <a:endParaRPr lang="en-IN" dirty="0">
              <a:latin typeface="Alata" panose="020B0604020202020204" charset="0"/>
              <a:cs typeface="Alata" panose="020B0604020202020204" charset="0"/>
            </a:endParaRPr>
          </a:p>
          <a:p>
            <a:pPr marL="285750" indent="-285750">
              <a:buFont typeface="Arial" panose="020B0604020202020204" pitchFamily="34" charset="0"/>
              <a:buChar char="•"/>
            </a:pPr>
            <a:endParaRPr lang="en-IN" dirty="0">
              <a:latin typeface="Alata" panose="020B0604020202020204" charset="0"/>
              <a:cs typeface="Alata" panose="020B0604020202020204" charset="0"/>
            </a:endParaRPr>
          </a:p>
          <a:p>
            <a:pPr marL="285750" indent="-285750">
              <a:buFont typeface="Arial" panose="020B0604020202020204" pitchFamily="34" charset="0"/>
              <a:buChar char="•"/>
            </a:pPr>
            <a:endParaRPr lang="en-IN" dirty="0">
              <a:latin typeface="Alata" panose="020B0604020202020204" charset="0"/>
              <a:cs typeface="Alata" panose="020B0604020202020204" charset="0"/>
            </a:endParaRPr>
          </a:p>
          <a:p>
            <a:pPr marL="285750" indent="-285750">
              <a:buFont typeface="Arial" panose="020B0604020202020204" pitchFamily="34" charset="0"/>
              <a:buChar char="•"/>
            </a:pPr>
            <a:endParaRPr lang="en-IN" dirty="0">
              <a:latin typeface="Alata" panose="020B0604020202020204" charset="0"/>
              <a:cs typeface="Alata" panose="020B0604020202020204" charset="0"/>
            </a:endParaRPr>
          </a:p>
          <a:p>
            <a:pPr marL="285750" indent="-285750">
              <a:buFont typeface="Arial" panose="020B0604020202020204" pitchFamily="34" charset="0"/>
              <a:buChar char="•"/>
            </a:pPr>
            <a:endParaRPr lang="en-IN" dirty="0">
              <a:latin typeface="Alata" panose="020B0604020202020204" charset="0"/>
              <a:cs typeface="Alata" panose="020B0604020202020204" charset="0"/>
            </a:endParaRPr>
          </a:p>
          <a:p>
            <a:pPr marL="285750" indent="-285750">
              <a:buFont typeface="Arial" panose="020B0604020202020204" pitchFamily="34" charset="0"/>
              <a:buChar char="•"/>
            </a:pPr>
            <a:endParaRPr lang="en-IN" dirty="0">
              <a:latin typeface="Alata" panose="020B0604020202020204" charset="0"/>
              <a:cs typeface="Alata" panose="020B0604020202020204" charset="0"/>
            </a:endParaRPr>
          </a:p>
          <a:p>
            <a:pPr marL="285750" indent="-285750">
              <a:buFont typeface="Arial" panose="020B0604020202020204" pitchFamily="34" charset="0"/>
              <a:buChar char="•"/>
            </a:pPr>
            <a:endParaRPr lang="en-IN" dirty="0">
              <a:latin typeface="Alata" panose="020B0604020202020204" charset="0"/>
              <a:cs typeface="Alata" panose="020B0604020202020204" charset="0"/>
            </a:endParaRPr>
          </a:p>
          <a:p>
            <a:endParaRPr lang="en-IN" b="1" dirty="0">
              <a:latin typeface="Alata" panose="020B0604020202020204" charset="0"/>
              <a:cs typeface="Alata" panose="020B0604020202020204" charset="0"/>
            </a:endParaRPr>
          </a:p>
          <a:p>
            <a:pPr marL="285750" indent="-285750">
              <a:buFont typeface="Arial" panose="020B0604020202020204" pitchFamily="34" charset="0"/>
              <a:buChar char="•"/>
            </a:pPr>
            <a:endParaRPr lang="en-IN" dirty="0">
              <a:latin typeface="Alata" panose="020B0604020202020204" charset="0"/>
              <a:cs typeface="Alata" panose="020B0604020202020204" charset="0"/>
            </a:endParaRPr>
          </a:p>
          <a:p>
            <a:pPr marL="285750" indent="-285750">
              <a:buFont typeface="Arial" panose="020B0604020202020204" pitchFamily="34" charset="0"/>
              <a:buChar char="•"/>
            </a:pPr>
            <a:endParaRPr lang="en-IN" dirty="0">
              <a:latin typeface="Alata" panose="020B0604020202020204" charset="0"/>
              <a:cs typeface="Alata" panose="020B0604020202020204" charset="0"/>
            </a:endParaRPr>
          </a:p>
          <a:p>
            <a:pPr marL="285750" indent="-285750">
              <a:buFont typeface="Arial" panose="020B0604020202020204" pitchFamily="34" charset="0"/>
              <a:buChar char="•"/>
            </a:pPr>
            <a:endParaRPr lang="en-IN" dirty="0">
              <a:latin typeface="Alata" panose="020B0604020202020204" charset="0"/>
              <a:cs typeface="Alata" panose="020B0604020202020204" charset="0"/>
            </a:endParaRPr>
          </a:p>
          <a:p>
            <a:pPr marL="285750" indent="-285750">
              <a:buFont typeface="Arial" panose="020B0604020202020204" pitchFamily="34" charset="0"/>
              <a:buChar char="•"/>
            </a:pPr>
            <a:endParaRPr lang="en-IN" dirty="0">
              <a:latin typeface="Alata" panose="020B0604020202020204" charset="0"/>
              <a:cs typeface="Alata" panose="020B0604020202020204" charset="0"/>
            </a:endParaRPr>
          </a:p>
          <a:p>
            <a:pPr marL="285750" indent="-285750">
              <a:buFont typeface="Arial" panose="020B0604020202020204" pitchFamily="34" charset="0"/>
              <a:buChar char="•"/>
            </a:pPr>
            <a:endParaRPr lang="en-IN" dirty="0">
              <a:latin typeface="Alata" panose="020B0604020202020204" charset="0"/>
              <a:cs typeface="Alata" panose="020B0604020202020204" charset="0"/>
            </a:endParaRPr>
          </a:p>
          <a:p>
            <a:pPr marL="285750" indent="-285750">
              <a:buFont typeface="Arial" panose="020B0604020202020204" pitchFamily="34" charset="0"/>
              <a:buChar char="•"/>
            </a:pPr>
            <a:endParaRPr lang="en-IN" dirty="0">
              <a:latin typeface="Alata" panose="020B0604020202020204" charset="0"/>
              <a:cs typeface="Alata" panose="020B0604020202020204" charset="0"/>
            </a:endParaRPr>
          </a:p>
          <a:p>
            <a:endParaRPr lang="en-IN" dirty="0">
              <a:latin typeface="Alata" panose="020B0604020202020204" charset="0"/>
              <a:cs typeface="Alata" panose="020B0604020202020204" charset="0"/>
            </a:endParaRPr>
          </a:p>
          <a:p>
            <a:endParaRPr lang="en-IN" b="1" dirty="0">
              <a:latin typeface="Alata" panose="020B0604020202020204" charset="0"/>
              <a:cs typeface="Alata" panose="020B0604020202020204" charset="0"/>
            </a:endParaRPr>
          </a:p>
        </p:txBody>
      </p:sp>
    </p:spTree>
    <p:extLst>
      <p:ext uri="{BB962C8B-B14F-4D97-AF65-F5344CB8AC3E}">
        <p14:creationId xmlns:p14="http://schemas.microsoft.com/office/powerpoint/2010/main" val="1632187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AE8F3"/>
        </a:solidFill>
        <a:effectLst/>
      </p:bgPr>
    </p:bg>
    <p:spTree>
      <p:nvGrpSpPr>
        <p:cNvPr id="1" name="Shape 83"/>
        <p:cNvGrpSpPr/>
        <p:nvPr/>
      </p:nvGrpSpPr>
      <p:grpSpPr>
        <a:xfrm>
          <a:off x="0" y="0"/>
          <a:ext cx="0" cy="0"/>
          <a:chOff x="0" y="0"/>
          <a:chExt cx="0" cy="0"/>
        </a:xfrm>
      </p:grpSpPr>
      <p:sp>
        <p:nvSpPr>
          <p:cNvPr id="85" name="Google Shape;85;p14"/>
          <p:cNvSpPr txBox="1"/>
          <p:nvPr/>
        </p:nvSpPr>
        <p:spPr>
          <a:xfrm>
            <a:off x="514350" y="516133"/>
            <a:ext cx="6662057" cy="954107"/>
          </a:xfrm>
          <a:prstGeom prst="rect">
            <a:avLst/>
          </a:prstGeom>
          <a:noFill/>
          <a:ln>
            <a:noFill/>
          </a:ln>
        </p:spPr>
        <p:txBody>
          <a:bodyPr spcFirstLastPara="1" wrap="square" lIns="0" tIns="0" rIns="0" bIns="0" anchor="t" anchorCtr="0">
            <a:spAutoFit/>
          </a:bodyPr>
          <a:lstStyle/>
          <a:p>
            <a:pPr marL="0" marR="0" lvl="1" indent="0" algn="l" rtl="0">
              <a:lnSpc>
                <a:spcPct val="100000"/>
              </a:lnSpc>
              <a:spcBef>
                <a:spcPts val="0"/>
              </a:spcBef>
              <a:spcAft>
                <a:spcPts val="0"/>
              </a:spcAft>
              <a:buNone/>
            </a:pPr>
            <a:r>
              <a:rPr lang="en-IN" sz="6200" dirty="0">
                <a:solidFill>
                  <a:srgbClr val="191515"/>
                </a:solidFill>
                <a:latin typeface="Anton"/>
                <a:ea typeface="Anton"/>
                <a:cs typeface="Anton"/>
                <a:sym typeface="Anton"/>
              </a:rPr>
              <a:t>K</a:t>
            </a:r>
            <a:r>
              <a:rPr lang="en" sz="6200" dirty="0">
                <a:solidFill>
                  <a:srgbClr val="191515"/>
                </a:solidFill>
                <a:latin typeface="Anton"/>
                <a:ea typeface="Anton"/>
                <a:cs typeface="Anton"/>
                <a:sym typeface="Anton"/>
              </a:rPr>
              <a:t>PI </a:t>
            </a:r>
            <a:r>
              <a:rPr lang="en" sz="6200" b="0" i="0" u="none" strike="noStrike" cap="none" dirty="0">
                <a:solidFill>
                  <a:srgbClr val="191515"/>
                </a:solidFill>
                <a:latin typeface="Anton"/>
                <a:ea typeface="Anton"/>
                <a:cs typeface="Anton"/>
                <a:sym typeface="Anton"/>
              </a:rPr>
              <a:t> </a:t>
            </a:r>
            <a:endParaRPr sz="700" dirty="0"/>
          </a:p>
        </p:txBody>
      </p:sp>
      <p:sp>
        <p:nvSpPr>
          <p:cNvPr id="4" name="TextBox 3">
            <a:extLst>
              <a:ext uri="{FF2B5EF4-FFF2-40B4-BE49-F238E27FC236}">
                <a16:creationId xmlns:a16="http://schemas.microsoft.com/office/drawing/2014/main" id="{39054FCC-AD2D-F866-AF88-C9CDA218D507}"/>
              </a:ext>
            </a:extLst>
          </p:cNvPr>
          <p:cNvSpPr txBox="1"/>
          <p:nvPr/>
        </p:nvSpPr>
        <p:spPr>
          <a:xfrm>
            <a:off x="514350" y="1665249"/>
            <a:ext cx="6213552" cy="2462213"/>
          </a:xfrm>
          <a:prstGeom prst="rect">
            <a:avLst/>
          </a:prstGeom>
          <a:noFill/>
        </p:spPr>
        <p:txBody>
          <a:bodyPr wrap="square" rtlCol="0">
            <a:spAutoFit/>
          </a:bodyPr>
          <a:lstStyle/>
          <a:p>
            <a:r>
              <a:rPr lang="en-IN" b="1" dirty="0">
                <a:latin typeface="Alata" panose="020B0604020202020204" charset="0"/>
                <a:cs typeface="Alata" panose="020B0604020202020204" charset="0"/>
              </a:rPr>
              <a:t>Positive </a:t>
            </a:r>
            <a:r>
              <a:rPr lang="en-IN" b="1" dirty="0" err="1">
                <a:latin typeface="Alata" panose="020B0604020202020204" charset="0"/>
                <a:cs typeface="Alata" panose="020B0604020202020204" charset="0"/>
              </a:rPr>
              <a:t>KPI</a:t>
            </a:r>
            <a:r>
              <a:rPr lang="en-IN" b="1" dirty="0">
                <a:latin typeface="Alata" panose="020B0604020202020204" charset="0"/>
                <a:cs typeface="Alata" panose="020B0604020202020204" charset="0"/>
              </a:rPr>
              <a:t> </a:t>
            </a:r>
          </a:p>
          <a:p>
            <a:endParaRPr lang="en-IN" b="1" dirty="0">
              <a:latin typeface="Alata" panose="020B0604020202020204" charset="0"/>
              <a:cs typeface="Alata" panose="020B0604020202020204" charset="0"/>
            </a:endParaRPr>
          </a:p>
          <a:p>
            <a:pPr marL="285750" indent="-285750">
              <a:buFont typeface="Arial" panose="020B0604020202020204" pitchFamily="34" charset="0"/>
              <a:buChar char="•"/>
            </a:pPr>
            <a:r>
              <a:rPr lang="en-IN" dirty="0">
                <a:latin typeface="Alata" panose="020B0604020202020204" charset="0"/>
                <a:cs typeface="Alata" panose="020B0604020202020204" charset="0"/>
              </a:rPr>
              <a:t>Network Availability Score </a:t>
            </a:r>
          </a:p>
          <a:p>
            <a:pPr marL="285750" indent="-285750">
              <a:buFont typeface="Arial" panose="020B0604020202020204" pitchFamily="34" charset="0"/>
              <a:buChar char="•"/>
            </a:pPr>
            <a:r>
              <a:rPr lang="en-IN" dirty="0">
                <a:latin typeface="Alata" panose="020B0604020202020204" charset="0"/>
                <a:cs typeface="Alata" panose="020B0604020202020204" charset="0"/>
              </a:rPr>
              <a:t>Customer Service Efficiency Index </a:t>
            </a:r>
          </a:p>
          <a:p>
            <a:pPr marL="285750" indent="-285750">
              <a:buFont typeface="Arial" panose="020B0604020202020204" pitchFamily="34" charset="0"/>
              <a:buChar char="•"/>
            </a:pPr>
            <a:r>
              <a:rPr lang="en-IN" dirty="0">
                <a:latin typeface="Alata" panose="020B0604020202020204" charset="0"/>
                <a:cs typeface="Alata" panose="020B0604020202020204" charset="0"/>
              </a:rPr>
              <a:t>Cost Efficiency Ratio </a:t>
            </a:r>
          </a:p>
          <a:p>
            <a:pPr marL="285750" indent="-285750">
              <a:buFont typeface="Arial" panose="020B0604020202020204" pitchFamily="34" charset="0"/>
              <a:buChar char="•"/>
            </a:pPr>
            <a:endParaRPr lang="en-IN" dirty="0">
              <a:latin typeface="Alata" panose="020B0604020202020204" charset="0"/>
              <a:cs typeface="Alata" panose="020B0604020202020204" charset="0"/>
            </a:endParaRPr>
          </a:p>
          <a:p>
            <a:r>
              <a:rPr lang="en-IN" b="1" dirty="0">
                <a:latin typeface="Alata" panose="020B0604020202020204" charset="0"/>
                <a:cs typeface="Alata" panose="020B0604020202020204" charset="0"/>
              </a:rPr>
              <a:t>Negative </a:t>
            </a:r>
            <a:r>
              <a:rPr lang="en-IN" b="1" dirty="0" err="1">
                <a:latin typeface="Alata" panose="020B0604020202020204" charset="0"/>
                <a:cs typeface="Alata" panose="020B0604020202020204" charset="0"/>
              </a:rPr>
              <a:t>KPI</a:t>
            </a:r>
            <a:endParaRPr lang="en-IN" b="1" dirty="0">
              <a:latin typeface="Alata" panose="020B0604020202020204" charset="0"/>
              <a:cs typeface="Alata" panose="020B0604020202020204" charset="0"/>
            </a:endParaRPr>
          </a:p>
          <a:p>
            <a:r>
              <a:rPr lang="en-IN" b="1" dirty="0">
                <a:latin typeface="Alata" panose="020B0604020202020204" charset="0"/>
                <a:cs typeface="Alata" panose="020B0604020202020204" charset="0"/>
              </a:rPr>
              <a:t> </a:t>
            </a:r>
          </a:p>
          <a:p>
            <a:pPr marL="285750" indent="-285750">
              <a:buFont typeface="Arial" panose="020B0604020202020204" pitchFamily="34" charset="0"/>
              <a:buChar char="•"/>
            </a:pPr>
            <a:r>
              <a:rPr lang="en-IN" dirty="0" err="1">
                <a:latin typeface="Alata" panose="020B0604020202020204" charset="0"/>
                <a:cs typeface="Alata" panose="020B0604020202020204" charset="0"/>
              </a:rPr>
              <a:t>Netork</a:t>
            </a:r>
            <a:r>
              <a:rPr lang="en-IN" dirty="0">
                <a:latin typeface="Alata" panose="020B0604020202020204" charset="0"/>
                <a:cs typeface="Alata" panose="020B0604020202020204" charset="0"/>
              </a:rPr>
              <a:t> Degradation Index </a:t>
            </a:r>
          </a:p>
          <a:p>
            <a:pPr marL="285750" indent="-285750">
              <a:buFont typeface="Arial" panose="020B0604020202020204" pitchFamily="34" charset="0"/>
              <a:buChar char="•"/>
            </a:pPr>
            <a:r>
              <a:rPr lang="en-IN" dirty="0">
                <a:latin typeface="Alata" panose="020B0604020202020204" charset="0"/>
                <a:cs typeface="Alata" panose="020B0604020202020204" charset="0"/>
              </a:rPr>
              <a:t>Incident Frequency Rate </a:t>
            </a:r>
          </a:p>
          <a:p>
            <a:pPr marL="285750" indent="-285750">
              <a:buFont typeface="Arial" panose="020B0604020202020204" pitchFamily="34" charset="0"/>
              <a:buChar char="•"/>
            </a:pPr>
            <a:r>
              <a:rPr lang="en-IN" dirty="0">
                <a:latin typeface="Alata" panose="020B0604020202020204" charset="0"/>
                <a:cs typeface="Alata" panose="020B0604020202020204" charset="0"/>
              </a:rPr>
              <a:t>Compliance Risk Indicator </a:t>
            </a:r>
          </a:p>
        </p:txBody>
      </p:sp>
    </p:spTree>
    <p:extLst>
      <p:ext uri="{BB962C8B-B14F-4D97-AF65-F5344CB8AC3E}">
        <p14:creationId xmlns:p14="http://schemas.microsoft.com/office/powerpoint/2010/main" val="1173208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AE8F3"/>
        </a:solidFill>
        <a:effectLst/>
      </p:bgPr>
    </p:bg>
    <p:spTree>
      <p:nvGrpSpPr>
        <p:cNvPr id="1" name="Shape 214"/>
        <p:cNvGrpSpPr/>
        <p:nvPr/>
      </p:nvGrpSpPr>
      <p:grpSpPr>
        <a:xfrm>
          <a:off x="0" y="0"/>
          <a:ext cx="0" cy="0"/>
          <a:chOff x="0" y="0"/>
          <a:chExt cx="0" cy="0"/>
        </a:xfrm>
      </p:grpSpPr>
      <p:sp>
        <p:nvSpPr>
          <p:cNvPr id="217" name="Google Shape;217;p25"/>
          <p:cNvSpPr txBox="1"/>
          <p:nvPr/>
        </p:nvSpPr>
        <p:spPr>
          <a:xfrm>
            <a:off x="2021062" y="1972410"/>
            <a:ext cx="4681840" cy="1198679"/>
          </a:xfrm>
          <a:prstGeom prst="rect">
            <a:avLst/>
          </a:prstGeom>
          <a:noFill/>
          <a:ln>
            <a:noFill/>
          </a:ln>
        </p:spPr>
        <p:txBody>
          <a:bodyPr spcFirstLastPara="1" wrap="square" lIns="0" tIns="0" rIns="0" bIns="0" anchor="t" anchorCtr="0">
            <a:spAutoFit/>
          </a:bodyPr>
          <a:lstStyle/>
          <a:p>
            <a:pPr marL="0" marR="0" lvl="1" indent="0" algn="l" rtl="0">
              <a:lnSpc>
                <a:spcPct val="100000"/>
              </a:lnSpc>
              <a:spcBef>
                <a:spcPts val="0"/>
              </a:spcBef>
              <a:spcAft>
                <a:spcPts val="0"/>
              </a:spcAft>
              <a:buNone/>
            </a:pPr>
            <a:r>
              <a:rPr lang="en" sz="8700" b="0" i="0" u="none" strike="noStrike" cap="none" dirty="0">
                <a:solidFill>
                  <a:srgbClr val="191515"/>
                </a:solidFill>
                <a:latin typeface="Anton"/>
                <a:ea typeface="Anton"/>
                <a:cs typeface="Anton"/>
                <a:sym typeface="Anton"/>
              </a:rPr>
              <a:t>THANK YOU</a:t>
            </a:r>
            <a:endParaRPr sz="700"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EAE8F3"/>
      </a:lt1>
      <a:dk2>
        <a:srgbClr val="191515"/>
      </a:dk2>
      <a:lt2>
        <a:srgbClr val="EAE8F3"/>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768</TotalTime>
  <Words>477</Words>
  <Application>Microsoft Office PowerPoint</Application>
  <PresentationFormat>On-screen Show (16:9)</PresentationFormat>
  <Paragraphs>151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Anton</vt:lpstr>
      <vt:lpstr>Alata</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likithaa</dc:creator>
  <cp:lastModifiedBy>Likithaa Ponnuru</cp:lastModifiedBy>
  <cp:revision>3</cp:revision>
  <dcterms:modified xsi:type="dcterms:W3CDTF">2026-01-30T05:58:52Z</dcterms:modified>
</cp:coreProperties>
</file>