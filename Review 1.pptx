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48" d="100"/>
          <a:sy n="48" d="100"/>
        </p:scale>
        <p:origin x="67" y="8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0EBC7-B271-A1B4-B723-3BE84566B3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0A1FE69-CB4D-0149-8AF5-D2A385F711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2C6B6D2-48A7-2AFF-1060-682B182672F9}"/>
              </a:ext>
            </a:extLst>
          </p:cNvPr>
          <p:cNvSpPr>
            <a:spLocks noGrp="1"/>
          </p:cNvSpPr>
          <p:nvPr>
            <p:ph type="dt" sz="half" idx="10"/>
          </p:nvPr>
        </p:nvSpPr>
        <p:spPr/>
        <p:txBody>
          <a:bodyPr/>
          <a:lstStyle/>
          <a:p>
            <a:fld id="{0A1C3DAB-7A7A-42F2-A62F-D7BBEFBBD1C1}" type="datetimeFigureOut">
              <a:rPr lang="en-IN" smtClean="0"/>
              <a:t>27-01-2026</a:t>
            </a:fld>
            <a:endParaRPr lang="en-IN"/>
          </a:p>
        </p:txBody>
      </p:sp>
      <p:sp>
        <p:nvSpPr>
          <p:cNvPr id="5" name="Footer Placeholder 4">
            <a:extLst>
              <a:ext uri="{FF2B5EF4-FFF2-40B4-BE49-F238E27FC236}">
                <a16:creationId xmlns:a16="http://schemas.microsoft.com/office/drawing/2014/main" id="{70D8571E-41A6-FE23-3C92-9CB91B1A16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7E84B5-566A-F03A-42F0-3F35DD23A41E}"/>
              </a:ext>
            </a:extLst>
          </p:cNvPr>
          <p:cNvSpPr>
            <a:spLocks noGrp="1"/>
          </p:cNvSpPr>
          <p:nvPr>
            <p:ph type="sldNum" sz="quarter" idx="12"/>
          </p:nvPr>
        </p:nvSpPr>
        <p:spPr/>
        <p:txBody>
          <a:bodyPr/>
          <a:lstStyle/>
          <a:p>
            <a:fld id="{3ACC78B1-0954-4668-A195-4F7D80D844E2}" type="slidenum">
              <a:rPr lang="en-IN" smtClean="0"/>
              <a:t>‹#›</a:t>
            </a:fld>
            <a:endParaRPr lang="en-IN"/>
          </a:p>
        </p:txBody>
      </p:sp>
    </p:spTree>
    <p:extLst>
      <p:ext uri="{BB962C8B-B14F-4D97-AF65-F5344CB8AC3E}">
        <p14:creationId xmlns:p14="http://schemas.microsoft.com/office/powerpoint/2010/main" val="1043957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E5D2A-3E9F-22FA-4040-F6B67A5950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695F2F-710C-BEB1-23D5-1E50A3CE5B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82B720-5BED-B47F-60AD-D27837CB1461}"/>
              </a:ext>
            </a:extLst>
          </p:cNvPr>
          <p:cNvSpPr>
            <a:spLocks noGrp="1"/>
          </p:cNvSpPr>
          <p:nvPr>
            <p:ph type="dt" sz="half" idx="10"/>
          </p:nvPr>
        </p:nvSpPr>
        <p:spPr/>
        <p:txBody>
          <a:bodyPr/>
          <a:lstStyle/>
          <a:p>
            <a:fld id="{0A1C3DAB-7A7A-42F2-A62F-D7BBEFBBD1C1}" type="datetimeFigureOut">
              <a:rPr lang="en-IN" smtClean="0"/>
              <a:t>27-01-2026</a:t>
            </a:fld>
            <a:endParaRPr lang="en-IN"/>
          </a:p>
        </p:txBody>
      </p:sp>
      <p:sp>
        <p:nvSpPr>
          <p:cNvPr id="5" name="Footer Placeholder 4">
            <a:extLst>
              <a:ext uri="{FF2B5EF4-FFF2-40B4-BE49-F238E27FC236}">
                <a16:creationId xmlns:a16="http://schemas.microsoft.com/office/drawing/2014/main" id="{03C17276-5AC7-3538-FC7E-39AEBB09F9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F737D5-27E3-978A-A531-C3B631FBE66E}"/>
              </a:ext>
            </a:extLst>
          </p:cNvPr>
          <p:cNvSpPr>
            <a:spLocks noGrp="1"/>
          </p:cNvSpPr>
          <p:nvPr>
            <p:ph type="sldNum" sz="quarter" idx="12"/>
          </p:nvPr>
        </p:nvSpPr>
        <p:spPr/>
        <p:txBody>
          <a:bodyPr/>
          <a:lstStyle/>
          <a:p>
            <a:fld id="{3ACC78B1-0954-4668-A195-4F7D80D844E2}" type="slidenum">
              <a:rPr lang="en-IN" smtClean="0"/>
              <a:t>‹#›</a:t>
            </a:fld>
            <a:endParaRPr lang="en-IN"/>
          </a:p>
        </p:txBody>
      </p:sp>
    </p:spTree>
    <p:extLst>
      <p:ext uri="{BB962C8B-B14F-4D97-AF65-F5344CB8AC3E}">
        <p14:creationId xmlns:p14="http://schemas.microsoft.com/office/powerpoint/2010/main" val="2916009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AEBDC-DE85-816B-2AD2-2C8F1E45F5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BAD8003-B255-E190-4883-D5D265A672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BDF671-179D-A1C0-63D7-938BEB2B6D31}"/>
              </a:ext>
            </a:extLst>
          </p:cNvPr>
          <p:cNvSpPr>
            <a:spLocks noGrp="1"/>
          </p:cNvSpPr>
          <p:nvPr>
            <p:ph type="dt" sz="half" idx="10"/>
          </p:nvPr>
        </p:nvSpPr>
        <p:spPr/>
        <p:txBody>
          <a:bodyPr/>
          <a:lstStyle/>
          <a:p>
            <a:fld id="{0A1C3DAB-7A7A-42F2-A62F-D7BBEFBBD1C1}" type="datetimeFigureOut">
              <a:rPr lang="en-IN" smtClean="0"/>
              <a:t>27-01-2026</a:t>
            </a:fld>
            <a:endParaRPr lang="en-IN"/>
          </a:p>
        </p:txBody>
      </p:sp>
      <p:sp>
        <p:nvSpPr>
          <p:cNvPr id="5" name="Footer Placeholder 4">
            <a:extLst>
              <a:ext uri="{FF2B5EF4-FFF2-40B4-BE49-F238E27FC236}">
                <a16:creationId xmlns:a16="http://schemas.microsoft.com/office/drawing/2014/main" id="{8E67D07A-C340-6855-8B66-141D757648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3BEBAE-5957-4E66-6C0F-125390CF2BB3}"/>
              </a:ext>
            </a:extLst>
          </p:cNvPr>
          <p:cNvSpPr>
            <a:spLocks noGrp="1"/>
          </p:cNvSpPr>
          <p:nvPr>
            <p:ph type="sldNum" sz="quarter" idx="12"/>
          </p:nvPr>
        </p:nvSpPr>
        <p:spPr/>
        <p:txBody>
          <a:bodyPr/>
          <a:lstStyle/>
          <a:p>
            <a:fld id="{3ACC78B1-0954-4668-A195-4F7D80D844E2}" type="slidenum">
              <a:rPr lang="en-IN" smtClean="0"/>
              <a:t>‹#›</a:t>
            </a:fld>
            <a:endParaRPr lang="en-IN"/>
          </a:p>
        </p:txBody>
      </p:sp>
    </p:spTree>
    <p:extLst>
      <p:ext uri="{BB962C8B-B14F-4D97-AF65-F5344CB8AC3E}">
        <p14:creationId xmlns:p14="http://schemas.microsoft.com/office/powerpoint/2010/main" val="566816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76D5C-87A9-C52C-103B-ECDFABD1CA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B48C89-7E03-3BE6-3A76-13FE14E500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ED987A-4106-82E0-DD26-E496CE0A55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9DF933D-0EDD-77D1-AD0B-A1AAD3667BB5}"/>
              </a:ext>
            </a:extLst>
          </p:cNvPr>
          <p:cNvSpPr>
            <a:spLocks noGrp="1"/>
          </p:cNvSpPr>
          <p:nvPr>
            <p:ph type="dt" sz="half" idx="10"/>
          </p:nvPr>
        </p:nvSpPr>
        <p:spPr/>
        <p:txBody>
          <a:bodyPr/>
          <a:lstStyle/>
          <a:p>
            <a:fld id="{0A1C3DAB-7A7A-42F2-A62F-D7BBEFBBD1C1}" type="datetimeFigureOut">
              <a:rPr lang="en-IN" smtClean="0"/>
              <a:t>27-01-2026</a:t>
            </a:fld>
            <a:endParaRPr lang="en-IN"/>
          </a:p>
        </p:txBody>
      </p:sp>
      <p:sp>
        <p:nvSpPr>
          <p:cNvPr id="6" name="Footer Placeholder 5">
            <a:extLst>
              <a:ext uri="{FF2B5EF4-FFF2-40B4-BE49-F238E27FC236}">
                <a16:creationId xmlns:a16="http://schemas.microsoft.com/office/drawing/2014/main" id="{0D83074B-F008-EFE2-D33E-7EAC81A37D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46F449-AE70-B7E7-FEA2-DDC8D60DE128}"/>
              </a:ext>
            </a:extLst>
          </p:cNvPr>
          <p:cNvSpPr>
            <a:spLocks noGrp="1"/>
          </p:cNvSpPr>
          <p:nvPr>
            <p:ph type="sldNum" sz="quarter" idx="12"/>
          </p:nvPr>
        </p:nvSpPr>
        <p:spPr/>
        <p:txBody>
          <a:bodyPr/>
          <a:lstStyle/>
          <a:p>
            <a:fld id="{3ACC78B1-0954-4668-A195-4F7D80D844E2}" type="slidenum">
              <a:rPr lang="en-IN" smtClean="0"/>
              <a:t>‹#›</a:t>
            </a:fld>
            <a:endParaRPr lang="en-IN"/>
          </a:p>
        </p:txBody>
      </p:sp>
    </p:spTree>
    <p:extLst>
      <p:ext uri="{BB962C8B-B14F-4D97-AF65-F5344CB8AC3E}">
        <p14:creationId xmlns:p14="http://schemas.microsoft.com/office/powerpoint/2010/main" val="1528593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BF174-0C72-B1A2-C229-6C4E80F28EC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793A70-4780-8B4E-1115-8576DB846C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2F0980-7E53-3282-8C76-7214DC6C92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F6EB38C-79DF-6C73-2C3C-5C295A6B23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011F6F-F841-E308-7BD8-D196F0667A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9751D1D-FB4B-EDF2-236E-2CC04F8CF28A}"/>
              </a:ext>
            </a:extLst>
          </p:cNvPr>
          <p:cNvSpPr>
            <a:spLocks noGrp="1"/>
          </p:cNvSpPr>
          <p:nvPr>
            <p:ph type="dt" sz="half" idx="10"/>
          </p:nvPr>
        </p:nvSpPr>
        <p:spPr/>
        <p:txBody>
          <a:bodyPr/>
          <a:lstStyle/>
          <a:p>
            <a:fld id="{0A1C3DAB-7A7A-42F2-A62F-D7BBEFBBD1C1}" type="datetimeFigureOut">
              <a:rPr lang="en-IN" smtClean="0"/>
              <a:t>27-01-2026</a:t>
            </a:fld>
            <a:endParaRPr lang="en-IN"/>
          </a:p>
        </p:txBody>
      </p:sp>
      <p:sp>
        <p:nvSpPr>
          <p:cNvPr id="8" name="Footer Placeholder 7">
            <a:extLst>
              <a:ext uri="{FF2B5EF4-FFF2-40B4-BE49-F238E27FC236}">
                <a16:creationId xmlns:a16="http://schemas.microsoft.com/office/drawing/2014/main" id="{4BB0796B-F333-C95C-1E30-3B8F3977F49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8FD5203-449E-D00E-6AAE-BA15BCD169C0}"/>
              </a:ext>
            </a:extLst>
          </p:cNvPr>
          <p:cNvSpPr>
            <a:spLocks noGrp="1"/>
          </p:cNvSpPr>
          <p:nvPr>
            <p:ph type="sldNum" sz="quarter" idx="12"/>
          </p:nvPr>
        </p:nvSpPr>
        <p:spPr/>
        <p:txBody>
          <a:bodyPr/>
          <a:lstStyle/>
          <a:p>
            <a:fld id="{3ACC78B1-0954-4668-A195-4F7D80D844E2}" type="slidenum">
              <a:rPr lang="en-IN" smtClean="0"/>
              <a:t>‹#›</a:t>
            </a:fld>
            <a:endParaRPr lang="en-IN"/>
          </a:p>
        </p:txBody>
      </p:sp>
    </p:spTree>
    <p:extLst>
      <p:ext uri="{BB962C8B-B14F-4D97-AF65-F5344CB8AC3E}">
        <p14:creationId xmlns:p14="http://schemas.microsoft.com/office/powerpoint/2010/main" val="2525337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57E38-6BE5-7350-EF82-DF51E3138F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4846D78-E821-95D6-D141-F9CD0130A7BB}"/>
              </a:ext>
            </a:extLst>
          </p:cNvPr>
          <p:cNvSpPr>
            <a:spLocks noGrp="1"/>
          </p:cNvSpPr>
          <p:nvPr>
            <p:ph type="dt" sz="half" idx="10"/>
          </p:nvPr>
        </p:nvSpPr>
        <p:spPr/>
        <p:txBody>
          <a:bodyPr/>
          <a:lstStyle/>
          <a:p>
            <a:fld id="{0A1C3DAB-7A7A-42F2-A62F-D7BBEFBBD1C1}" type="datetimeFigureOut">
              <a:rPr lang="en-IN" smtClean="0"/>
              <a:t>27-01-2026</a:t>
            </a:fld>
            <a:endParaRPr lang="en-IN"/>
          </a:p>
        </p:txBody>
      </p:sp>
      <p:sp>
        <p:nvSpPr>
          <p:cNvPr id="4" name="Footer Placeholder 3">
            <a:extLst>
              <a:ext uri="{FF2B5EF4-FFF2-40B4-BE49-F238E27FC236}">
                <a16:creationId xmlns:a16="http://schemas.microsoft.com/office/drawing/2014/main" id="{D70DF64A-EC73-3404-17DD-66C98E88F34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B6AAC10-0B9E-0BEB-9A2B-26DC6E105BA6}"/>
              </a:ext>
            </a:extLst>
          </p:cNvPr>
          <p:cNvSpPr>
            <a:spLocks noGrp="1"/>
          </p:cNvSpPr>
          <p:nvPr>
            <p:ph type="sldNum" sz="quarter" idx="12"/>
          </p:nvPr>
        </p:nvSpPr>
        <p:spPr/>
        <p:txBody>
          <a:bodyPr/>
          <a:lstStyle/>
          <a:p>
            <a:fld id="{3ACC78B1-0954-4668-A195-4F7D80D844E2}" type="slidenum">
              <a:rPr lang="en-IN" smtClean="0"/>
              <a:t>‹#›</a:t>
            </a:fld>
            <a:endParaRPr lang="en-IN"/>
          </a:p>
        </p:txBody>
      </p:sp>
    </p:spTree>
    <p:extLst>
      <p:ext uri="{BB962C8B-B14F-4D97-AF65-F5344CB8AC3E}">
        <p14:creationId xmlns:p14="http://schemas.microsoft.com/office/powerpoint/2010/main" val="3493128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A6D910-EB54-9DCE-3A4D-553F5093944E}"/>
              </a:ext>
            </a:extLst>
          </p:cNvPr>
          <p:cNvSpPr>
            <a:spLocks noGrp="1"/>
          </p:cNvSpPr>
          <p:nvPr>
            <p:ph type="dt" sz="half" idx="10"/>
          </p:nvPr>
        </p:nvSpPr>
        <p:spPr/>
        <p:txBody>
          <a:bodyPr/>
          <a:lstStyle/>
          <a:p>
            <a:fld id="{0A1C3DAB-7A7A-42F2-A62F-D7BBEFBBD1C1}" type="datetimeFigureOut">
              <a:rPr lang="en-IN" smtClean="0"/>
              <a:t>27-01-2026</a:t>
            </a:fld>
            <a:endParaRPr lang="en-IN"/>
          </a:p>
        </p:txBody>
      </p:sp>
      <p:sp>
        <p:nvSpPr>
          <p:cNvPr id="3" name="Footer Placeholder 2">
            <a:extLst>
              <a:ext uri="{FF2B5EF4-FFF2-40B4-BE49-F238E27FC236}">
                <a16:creationId xmlns:a16="http://schemas.microsoft.com/office/drawing/2014/main" id="{EE6641C6-D7A0-C768-0917-A1845A5D7B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58CD94-01F1-35CE-2BBD-A54674320B31}"/>
              </a:ext>
            </a:extLst>
          </p:cNvPr>
          <p:cNvSpPr>
            <a:spLocks noGrp="1"/>
          </p:cNvSpPr>
          <p:nvPr>
            <p:ph type="sldNum" sz="quarter" idx="12"/>
          </p:nvPr>
        </p:nvSpPr>
        <p:spPr/>
        <p:txBody>
          <a:bodyPr/>
          <a:lstStyle/>
          <a:p>
            <a:fld id="{3ACC78B1-0954-4668-A195-4F7D80D844E2}" type="slidenum">
              <a:rPr lang="en-IN" smtClean="0"/>
              <a:t>‹#›</a:t>
            </a:fld>
            <a:endParaRPr lang="en-IN"/>
          </a:p>
        </p:txBody>
      </p:sp>
    </p:spTree>
    <p:extLst>
      <p:ext uri="{BB962C8B-B14F-4D97-AF65-F5344CB8AC3E}">
        <p14:creationId xmlns:p14="http://schemas.microsoft.com/office/powerpoint/2010/main" val="985018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6434B-A6EA-6A48-0EF4-7BBEDA8FF3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8E88E59-9E26-BB0E-0EAF-EAD599A0D8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5B925B-360A-17F8-BBCC-CC9B41E7D1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F4FA8D-BE8A-A0F7-1B8E-FB0B5CB30268}"/>
              </a:ext>
            </a:extLst>
          </p:cNvPr>
          <p:cNvSpPr>
            <a:spLocks noGrp="1"/>
          </p:cNvSpPr>
          <p:nvPr>
            <p:ph type="dt" sz="half" idx="10"/>
          </p:nvPr>
        </p:nvSpPr>
        <p:spPr/>
        <p:txBody>
          <a:bodyPr/>
          <a:lstStyle/>
          <a:p>
            <a:fld id="{0A1C3DAB-7A7A-42F2-A62F-D7BBEFBBD1C1}" type="datetimeFigureOut">
              <a:rPr lang="en-IN" smtClean="0"/>
              <a:t>27-01-2026</a:t>
            </a:fld>
            <a:endParaRPr lang="en-IN"/>
          </a:p>
        </p:txBody>
      </p:sp>
      <p:sp>
        <p:nvSpPr>
          <p:cNvPr id="6" name="Footer Placeholder 5">
            <a:extLst>
              <a:ext uri="{FF2B5EF4-FFF2-40B4-BE49-F238E27FC236}">
                <a16:creationId xmlns:a16="http://schemas.microsoft.com/office/drawing/2014/main" id="{B0B5EB3D-0550-9B3D-21BD-5398F24D26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A60D8B-5034-1741-49C5-4E89DA225D7D}"/>
              </a:ext>
            </a:extLst>
          </p:cNvPr>
          <p:cNvSpPr>
            <a:spLocks noGrp="1"/>
          </p:cNvSpPr>
          <p:nvPr>
            <p:ph type="sldNum" sz="quarter" idx="12"/>
          </p:nvPr>
        </p:nvSpPr>
        <p:spPr/>
        <p:txBody>
          <a:bodyPr/>
          <a:lstStyle/>
          <a:p>
            <a:fld id="{3ACC78B1-0954-4668-A195-4F7D80D844E2}" type="slidenum">
              <a:rPr lang="en-IN" smtClean="0"/>
              <a:t>‹#›</a:t>
            </a:fld>
            <a:endParaRPr lang="en-IN"/>
          </a:p>
        </p:txBody>
      </p:sp>
    </p:spTree>
    <p:extLst>
      <p:ext uri="{BB962C8B-B14F-4D97-AF65-F5344CB8AC3E}">
        <p14:creationId xmlns:p14="http://schemas.microsoft.com/office/powerpoint/2010/main" val="1734613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4C538-2B0C-EC6D-88C5-F7A1E51FE7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2604521-6922-6BCA-E13A-1342430510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44DEEC5-54C0-998C-C809-87E1E11477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E80987-139D-8563-0EEA-544939FE6559}"/>
              </a:ext>
            </a:extLst>
          </p:cNvPr>
          <p:cNvSpPr>
            <a:spLocks noGrp="1"/>
          </p:cNvSpPr>
          <p:nvPr>
            <p:ph type="dt" sz="half" idx="10"/>
          </p:nvPr>
        </p:nvSpPr>
        <p:spPr/>
        <p:txBody>
          <a:bodyPr/>
          <a:lstStyle/>
          <a:p>
            <a:fld id="{0A1C3DAB-7A7A-42F2-A62F-D7BBEFBBD1C1}" type="datetimeFigureOut">
              <a:rPr lang="en-IN" smtClean="0"/>
              <a:t>27-01-2026</a:t>
            </a:fld>
            <a:endParaRPr lang="en-IN"/>
          </a:p>
        </p:txBody>
      </p:sp>
      <p:sp>
        <p:nvSpPr>
          <p:cNvPr id="6" name="Footer Placeholder 5">
            <a:extLst>
              <a:ext uri="{FF2B5EF4-FFF2-40B4-BE49-F238E27FC236}">
                <a16:creationId xmlns:a16="http://schemas.microsoft.com/office/drawing/2014/main" id="{4C1A634A-6ADE-E60A-315B-23AF085634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09CB05-8A18-B604-9318-FFB88697643A}"/>
              </a:ext>
            </a:extLst>
          </p:cNvPr>
          <p:cNvSpPr>
            <a:spLocks noGrp="1"/>
          </p:cNvSpPr>
          <p:nvPr>
            <p:ph type="sldNum" sz="quarter" idx="12"/>
          </p:nvPr>
        </p:nvSpPr>
        <p:spPr/>
        <p:txBody>
          <a:bodyPr/>
          <a:lstStyle/>
          <a:p>
            <a:fld id="{3ACC78B1-0954-4668-A195-4F7D80D844E2}" type="slidenum">
              <a:rPr lang="en-IN" smtClean="0"/>
              <a:t>‹#›</a:t>
            </a:fld>
            <a:endParaRPr lang="en-IN"/>
          </a:p>
        </p:txBody>
      </p:sp>
    </p:spTree>
    <p:extLst>
      <p:ext uri="{BB962C8B-B14F-4D97-AF65-F5344CB8AC3E}">
        <p14:creationId xmlns:p14="http://schemas.microsoft.com/office/powerpoint/2010/main" val="1741556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16C8C-6EFB-C2BD-6314-0E109EBBC3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C9A453-D137-FFA1-4200-369A515794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E9E9C7-FAF7-60D7-D392-B39CE73DBBC4}"/>
              </a:ext>
            </a:extLst>
          </p:cNvPr>
          <p:cNvSpPr>
            <a:spLocks noGrp="1"/>
          </p:cNvSpPr>
          <p:nvPr>
            <p:ph type="dt" sz="half" idx="10"/>
          </p:nvPr>
        </p:nvSpPr>
        <p:spPr/>
        <p:txBody>
          <a:bodyPr/>
          <a:lstStyle/>
          <a:p>
            <a:fld id="{0A1C3DAB-7A7A-42F2-A62F-D7BBEFBBD1C1}" type="datetimeFigureOut">
              <a:rPr lang="en-IN" smtClean="0"/>
              <a:t>27-01-2026</a:t>
            </a:fld>
            <a:endParaRPr lang="en-IN"/>
          </a:p>
        </p:txBody>
      </p:sp>
      <p:sp>
        <p:nvSpPr>
          <p:cNvPr id="5" name="Footer Placeholder 4">
            <a:extLst>
              <a:ext uri="{FF2B5EF4-FFF2-40B4-BE49-F238E27FC236}">
                <a16:creationId xmlns:a16="http://schemas.microsoft.com/office/drawing/2014/main" id="{6CF88FA4-6B0F-4DC0-0208-B9127D70FF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96B01A-1D4C-B2D8-AB7A-F7FDABE4278B}"/>
              </a:ext>
            </a:extLst>
          </p:cNvPr>
          <p:cNvSpPr>
            <a:spLocks noGrp="1"/>
          </p:cNvSpPr>
          <p:nvPr>
            <p:ph type="sldNum" sz="quarter" idx="12"/>
          </p:nvPr>
        </p:nvSpPr>
        <p:spPr/>
        <p:txBody>
          <a:bodyPr/>
          <a:lstStyle/>
          <a:p>
            <a:fld id="{3ACC78B1-0954-4668-A195-4F7D80D844E2}" type="slidenum">
              <a:rPr lang="en-IN" smtClean="0"/>
              <a:t>‹#›</a:t>
            </a:fld>
            <a:endParaRPr lang="en-IN"/>
          </a:p>
        </p:txBody>
      </p:sp>
    </p:spTree>
    <p:extLst>
      <p:ext uri="{BB962C8B-B14F-4D97-AF65-F5344CB8AC3E}">
        <p14:creationId xmlns:p14="http://schemas.microsoft.com/office/powerpoint/2010/main" val="2343235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9F1EEF-AEFD-07E6-071A-17C4782A62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F449F1-92B2-E41A-42DE-C631120E3B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28E1F5-286F-7625-12A3-47583B9AA549}"/>
              </a:ext>
            </a:extLst>
          </p:cNvPr>
          <p:cNvSpPr>
            <a:spLocks noGrp="1"/>
          </p:cNvSpPr>
          <p:nvPr>
            <p:ph type="dt" sz="half" idx="10"/>
          </p:nvPr>
        </p:nvSpPr>
        <p:spPr/>
        <p:txBody>
          <a:bodyPr/>
          <a:lstStyle/>
          <a:p>
            <a:fld id="{0A1C3DAB-7A7A-42F2-A62F-D7BBEFBBD1C1}" type="datetimeFigureOut">
              <a:rPr lang="en-IN" smtClean="0"/>
              <a:t>27-01-2026</a:t>
            </a:fld>
            <a:endParaRPr lang="en-IN"/>
          </a:p>
        </p:txBody>
      </p:sp>
      <p:sp>
        <p:nvSpPr>
          <p:cNvPr id="5" name="Footer Placeholder 4">
            <a:extLst>
              <a:ext uri="{FF2B5EF4-FFF2-40B4-BE49-F238E27FC236}">
                <a16:creationId xmlns:a16="http://schemas.microsoft.com/office/drawing/2014/main" id="{92932B14-73F8-AEB0-1F18-6BDD00C9D0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B8C430-8EFF-3F33-A4EA-3042B8F2E639}"/>
              </a:ext>
            </a:extLst>
          </p:cNvPr>
          <p:cNvSpPr>
            <a:spLocks noGrp="1"/>
          </p:cNvSpPr>
          <p:nvPr>
            <p:ph type="sldNum" sz="quarter" idx="12"/>
          </p:nvPr>
        </p:nvSpPr>
        <p:spPr/>
        <p:txBody>
          <a:bodyPr/>
          <a:lstStyle/>
          <a:p>
            <a:fld id="{3ACC78B1-0954-4668-A195-4F7D80D844E2}" type="slidenum">
              <a:rPr lang="en-IN" smtClean="0"/>
              <a:t>‹#›</a:t>
            </a:fld>
            <a:endParaRPr lang="en-IN"/>
          </a:p>
        </p:txBody>
      </p:sp>
    </p:spTree>
    <p:extLst>
      <p:ext uri="{BB962C8B-B14F-4D97-AF65-F5344CB8AC3E}">
        <p14:creationId xmlns:p14="http://schemas.microsoft.com/office/powerpoint/2010/main" val="2121977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8FC697-7A77-3B37-801C-95D1696012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935DEA-A4E3-41C6-E89E-296273EA5B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7209E2-904E-BFEE-1539-B190241A30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1C3DAB-7A7A-42F2-A62F-D7BBEFBBD1C1}" type="datetimeFigureOut">
              <a:rPr lang="en-IN" smtClean="0"/>
              <a:t>27-01-2026</a:t>
            </a:fld>
            <a:endParaRPr lang="en-IN"/>
          </a:p>
        </p:txBody>
      </p:sp>
      <p:sp>
        <p:nvSpPr>
          <p:cNvPr id="5" name="Footer Placeholder 4">
            <a:extLst>
              <a:ext uri="{FF2B5EF4-FFF2-40B4-BE49-F238E27FC236}">
                <a16:creationId xmlns:a16="http://schemas.microsoft.com/office/drawing/2014/main" id="{01FA214F-9CC4-7E57-EDF6-76E44D719B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57FD3BF-459B-E6F1-489B-BF453048EF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CC78B1-0954-4668-A195-4F7D80D844E2}" type="slidenum">
              <a:rPr lang="en-IN" smtClean="0"/>
              <a:t>‹#›</a:t>
            </a:fld>
            <a:endParaRPr lang="en-IN"/>
          </a:p>
        </p:txBody>
      </p:sp>
    </p:spTree>
    <p:extLst>
      <p:ext uri="{BB962C8B-B14F-4D97-AF65-F5344CB8AC3E}">
        <p14:creationId xmlns:p14="http://schemas.microsoft.com/office/powerpoint/2010/main" val="6462989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EE77-907A-C1C1-22E1-11BC9EB354A7}"/>
              </a:ext>
            </a:extLst>
          </p:cNvPr>
          <p:cNvSpPr>
            <a:spLocks noGrp="1"/>
          </p:cNvSpPr>
          <p:nvPr>
            <p:ph type="ctrTitle"/>
          </p:nvPr>
        </p:nvSpPr>
        <p:spPr/>
        <p:txBody>
          <a:bodyPr>
            <a:normAutofit fontScale="90000"/>
          </a:bodyPr>
          <a:lstStyle/>
          <a:p>
            <a:r>
              <a:rPr lang="en-IN" dirty="0"/>
              <a:t>Telecom Network Performance and Operational Analytics Platform </a:t>
            </a:r>
          </a:p>
        </p:txBody>
      </p:sp>
      <p:sp>
        <p:nvSpPr>
          <p:cNvPr id="3" name="Subtitle 2">
            <a:extLst>
              <a:ext uri="{FF2B5EF4-FFF2-40B4-BE49-F238E27FC236}">
                <a16:creationId xmlns:a16="http://schemas.microsoft.com/office/drawing/2014/main" id="{02FD19F7-E98B-A711-EF11-0F4993D811A3}"/>
              </a:ext>
            </a:extLst>
          </p:cNvPr>
          <p:cNvSpPr>
            <a:spLocks noGrp="1"/>
          </p:cNvSpPr>
          <p:nvPr>
            <p:ph type="subTitle" idx="1"/>
          </p:nvPr>
        </p:nvSpPr>
        <p:spPr/>
        <p:txBody>
          <a:bodyPr/>
          <a:lstStyle/>
          <a:p>
            <a:r>
              <a:rPr lang="en-IN" dirty="0"/>
              <a:t>Name: P. Sree Likithaa </a:t>
            </a:r>
          </a:p>
        </p:txBody>
      </p:sp>
    </p:spTree>
    <p:extLst>
      <p:ext uri="{BB962C8B-B14F-4D97-AF65-F5344CB8AC3E}">
        <p14:creationId xmlns:p14="http://schemas.microsoft.com/office/powerpoint/2010/main" val="859038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6F541-F78A-6795-9F4E-61FDAFAA30B8}"/>
              </a:ext>
            </a:extLst>
          </p:cNvPr>
          <p:cNvSpPr>
            <a:spLocks noGrp="1"/>
          </p:cNvSpPr>
          <p:nvPr>
            <p:ph type="title"/>
          </p:nvPr>
        </p:nvSpPr>
        <p:spPr/>
        <p:txBody>
          <a:bodyPr/>
          <a:lstStyle/>
          <a:p>
            <a:pPr algn="ctr"/>
            <a:r>
              <a:rPr lang="en-IN" dirty="0"/>
              <a:t>PROBLEM STATEMENT</a:t>
            </a:r>
          </a:p>
        </p:txBody>
      </p:sp>
      <p:sp>
        <p:nvSpPr>
          <p:cNvPr id="3" name="Content Placeholder 2">
            <a:extLst>
              <a:ext uri="{FF2B5EF4-FFF2-40B4-BE49-F238E27FC236}">
                <a16:creationId xmlns:a16="http://schemas.microsoft.com/office/drawing/2014/main" id="{14774AF8-2413-462A-FB17-45EA61E37FE5}"/>
              </a:ext>
            </a:extLst>
          </p:cNvPr>
          <p:cNvSpPr>
            <a:spLocks noGrp="1"/>
          </p:cNvSpPr>
          <p:nvPr>
            <p:ph idx="1"/>
          </p:nvPr>
        </p:nvSpPr>
        <p:spPr/>
        <p:txBody>
          <a:bodyPr/>
          <a:lstStyle/>
          <a:p>
            <a:pPr marL="0" indent="0" algn="just">
              <a:buNone/>
            </a:pPr>
            <a:r>
              <a:rPr lang="en-IN" dirty="0"/>
              <a:t>Telecom network operations rely on network equipment performance, customer complaints, operational costs and regulatory compliance, but these data streams remain fragmented. By integrating and analysing multi-source telecom data using data engineering. It becomes possible to predict equipment issues, identify compliant hotspots, optimize costs and ensure compliance. This leads to improved service quality, customer experience and operational efficiency. </a:t>
            </a:r>
          </a:p>
        </p:txBody>
      </p:sp>
    </p:spTree>
    <p:extLst>
      <p:ext uri="{BB962C8B-B14F-4D97-AF65-F5344CB8AC3E}">
        <p14:creationId xmlns:p14="http://schemas.microsoft.com/office/powerpoint/2010/main" val="2307104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DB1EC-104F-08B6-BF20-8EC0C255FE23}"/>
              </a:ext>
            </a:extLst>
          </p:cNvPr>
          <p:cNvSpPr>
            <a:spLocks noGrp="1"/>
          </p:cNvSpPr>
          <p:nvPr>
            <p:ph type="title"/>
          </p:nvPr>
        </p:nvSpPr>
        <p:spPr/>
        <p:txBody>
          <a:bodyPr/>
          <a:lstStyle/>
          <a:p>
            <a:r>
              <a:rPr lang="en-IN" dirty="0"/>
              <a:t>TOOLS &amp; TECHNOLOGIES </a:t>
            </a:r>
          </a:p>
        </p:txBody>
      </p:sp>
      <p:sp>
        <p:nvSpPr>
          <p:cNvPr id="3" name="Content Placeholder 2">
            <a:extLst>
              <a:ext uri="{FF2B5EF4-FFF2-40B4-BE49-F238E27FC236}">
                <a16:creationId xmlns:a16="http://schemas.microsoft.com/office/drawing/2014/main" id="{185F3767-611C-2980-039F-3C28D316C2A6}"/>
              </a:ext>
            </a:extLst>
          </p:cNvPr>
          <p:cNvSpPr>
            <a:spLocks noGrp="1"/>
          </p:cNvSpPr>
          <p:nvPr>
            <p:ph idx="1"/>
          </p:nvPr>
        </p:nvSpPr>
        <p:spPr/>
        <p:txBody>
          <a:bodyPr/>
          <a:lstStyle/>
          <a:p>
            <a:r>
              <a:rPr lang="en-IN" dirty="0"/>
              <a:t>Data Ingestion – Azure Data Factory </a:t>
            </a:r>
          </a:p>
          <a:p>
            <a:r>
              <a:rPr lang="en-IN" dirty="0"/>
              <a:t>Storage – Azure Data Lake </a:t>
            </a:r>
            <a:r>
              <a:rPr lang="en-IN" dirty="0" err="1"/>
              <a:t>Gen2</a:t>
            </a:r>
            <a:r>
              <a:rPr lang="en-IN" dirty="0"/>
              <a:t> </a:t>
            </a:r>
          </a:p>
          <a:p>
            <a:r>
              <a:rPr lang="en-IN" dirty="0"/>
              <a:t>Processing – Azure Databricks </a:t>
            </a:r>
          </a:p>
          <a:p>
            <a:r>
              <a:rPr lang="en-IN" dirty="0"/>
              <a:t>Analytics – Azure Synapse Analytics </a:t>
            </a:r>
          </a:p>
          <a:p>
            <a:r>
              <a:rPr lang="en-IN" dirty="0"/>
              <a:t>Visualisation – Power BI</a:t>
            </a:r>
          </a:p>
          <a:p>
            <a:pPr marL="0" indent="0">
              <a:buNone/>
            </a:pPr>
            <a:endParaRPr lang="en-IN" dirty="0"/>
          </a:p>
        </p:txBody>
      </p:sp>
    </p:spTree>
    <p:extLst>
      <p:ext uri="{BB962C8B-B14F-4D97-AF65-F5344CB8AC3E}">
        <p14:creationId xmlns:p14="http://schemas.microsoft.com/office/powerpoint/2010/main" val="3666221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9A13-C3A8-6A14-AF57-FF6761572990}"/>
              </a:ext>
            </a:extLst>
          </p:cNvPr>
          <p:cNvSpPr>
            <a:spLocks noGrp="1"/>
          </p:cNvSpPr>
          <p:nvPr>
            <p:ph type="title"/>
          </p:nvPr>
        </p:nvSpPr>
        <p:spPr/>
        <p:txBody>
          <a:bodyPr>
            <a:normAutofit/>
          </a:bodyPr>
          <a:lstStyle/>
          <a:p>
            <a:pPr algn="ctr"/>
            <a:r>
              <a:rPr lang="en-IN" sz="4800" dirty="0"/>
              <a:t>FUNCTIONAL DIAGRAM </a:t>
            </a:r>
          </a:p>
        </p:txBody>
      </p:sp>
      <p:pic>
        <p:nvPicPr>
          <p:cNvPr id="5" name="Content Placeholder 4" descr="A diagram of data processing&#10;&#10;AI-generated content may be incorrect.">
            <a:extLst>
              <a:ext uri="{FF2B5EF4-FFF2-40B4-BE49-F238E27FC236}">
                <a16:creationId xmlns:a16="http://schemas.microsoft.com/office/drawing/2014/main" id="{EAA13D21-5612-0F8D-D6C5-734E6B823B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66214" y="1980642"/>
            <a:ext cx="3059571" cy="4041303"/>
          </a:xfrm>
        </p:spPr>
      </p:pic>
      <p:pic>
        <p:nvPicPr>
          <p:cNvPr id="7" name="Picture 6">
            <a:extLst>
              <a:ext uri="{FF2B5EF4-FFF2-40B4-BE49-F238E27FC236}">
                <a16:creationId xmlns:a16="http://schemas.microsoft.com/office/drawing/2014/main" id="{6F3ED68F-F95F-186E-3A6C-84FBA2A54AE8}"/>
              </a:ext>
            </a:extLst>
          </p:cNvPr>
          <p:cNvPicPr>
            <a:picLocks noChangeAspect="1"/>
          </p:cNvPicPr>
          <p:nvPr/>
        </p:nvPicPr>
        <p:blipFill>
          <a:blip r:embed="rId3"/>
          <a:stretch>
            <a:fillRect/>
          </a:stretch>
        </p:blipFill>
        <p:spPr>
          <a:xfrm>
            <a:off x="4695824" y="6026150"/>
            <a:ext cx="2800350" cy="466725"/>
          </a:xfrm>
          <a:prstGeom prst="rect">
            <a:avLst/>
          </a:prstGeom>
        </p:spPr>
      </p:pic>
    </p:spTree>
    <p:extLst>
      <p:ext uri="{BB962C8B-B14F-4D97-AF65-F5344CB8AC3E}">
        <p14:creationId xmlns:p14="http://schemas.microsoft.com/office/powerpoint/2010/main" val="1333365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5C178-1080-AAB3-3843-EC7E0EAC1793}"/>
              </a:ext>
            </a:extLst>
          </p:cNvPr>
          <p:cNvSpPr>
            <a:spLocks noGrp="1"/>
          </p:cNvSpPr>
          <p:nvPr>
            <p:ph type="title"/>
          </p:nvPr>
        </p:nvSpPr>
        <p:spPr/>
        <p:txBody>
          <a:bodyPr/>
          <a:lstStyle/>
          <a:p>
            <a:pPr algn="ctr"/>
            <a:r>
              <a:rPr lang="en-IN" dirty="0"/>
              <a:t>ARCHITECTURE</a:t>
            </a:r>
          </a:p>
        </p:txBody>
      </p:sp>
      <p:pic>
        <p:nvPicPr>
          <p:cNvPr id="5" name="Content Placeholder 4" descr="A diagram of a data flow&#10;&#10;AI-generated content may be incorrect.">
            <a:extLst>
              <a:ext uri="{FF2B5EF4-FFF2-40B4-BE49-F238E27FC236}">
                <a16:creationId xmlns:a16="http://schemas.microsoft.com/office/drawing/2014/main" id="{2738ACCF-9A35-F279-8B13-8070ECE2DD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228026"/>
            <a:ext cx="10515600" cy="3546535"/>
          </a:xfrm>
        </p:spPr>
      </p:pic>
    </p:spTree>
    <p:extLst>
      <p:ext uri="{BB962C8B-B14F-4D97-AF65-F5344CB8AC3E}">
        <p14:creationId xmlns:p14="http://schemas.microsoft.com/office/powerpoint/2010/main" val="1642386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D071D-A013-F3C0-DA26-295B9851AA01}"/>
              </a:ext>
            </a:extLst>
          </p:cNvPr>
          <p:cNvSpPr>
            <a:spLocks noGrp="1"/>
          </p:cNvSpPr>
          <p:nvPr>
            <p:ph type="title"/>
          </p:nvPr>
        </p:nvSpPr>
        <p:spPr/>
        <p:txBody>
          <a:bodyPr/>
          <a:lstStyle/>
          <a:p>
            <a:pPr algn="ctr"/>
            <a:r>
              <a:rPr lang="en-IN" dirty="0"/>
              <a:t>SCHEMA </a:t>
            </a:r>
          </a:p>
        </p:txBody>
      </p:sp>
      <p:pic>
        <p:nvPicPr>
          <p:cNvPr id="5" name="Content Placeholder 4">
            <a:extLst>
              <a:ext uri="{FF2B5EF4-FFF2-40B4-BE49-F238E27FC236}">
                <a16:creationId xmlns:a16="http://schemas.microsoft.com/office/drawing/2014/main" id="{63DA622E-AC19-CCB5-BE3D-27A58C609EE9}"/>
              </a:ext>
            </a:extLst>
          </p:cNvPr>
          <p:cNvPicPr>
            <a:picLocks noGrp="1" noChangeAspect="1"/>
          </p:cNvPicPr>
          <p:nvPr>
            <p:ph idx="1"/>
          </p:nvPr>
        </p:nvPicPr>
        <p:blipFill>
          <a:blip r:embed="rId2"/>
          <a:stretch>
            <a:fillRect/>
          </a:stretch>
        </p:blipFill>
        <p:spPr>
          <a:xfrm>
            <a:off x="3920331" y="1825625"/>
            <a:ext cx="4351338" cy="4351338"/>
          </a:xfrm>
        </p:spPr>
      </p:pic>
    </p:spTree>
    <p:extLst>
      <p:ext uri="{BB962C8B-B14F-4D97-AF65-F5344CB8AC3E}">
        <p14:creationId xmlns:p14="http://schemas.microsoft.com/office/powerpoint/2010/main" val="3135595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FB028-4F60-11B7-AD94-30854C9D828A}"/>
              </a:ext>
            </a:extLst>
          </p:cNvPr>
          <p:cNvSpPr>
            <a:spLocks noGrp="1"/>
          </p:cNvSpPr>
          <p:nvPr>
            <p:ph type="title"/>
          </p:nvPr>
        </p:nvSpPr>
        <p:spPr/>
        <p:txBody>
          <a:bodyPr/>
          <a:lstStyle/>
          <a:p>
            <a:pPr algn="ctr"/>
            <a:r>
              <a:rPr lang="en-IN" dirty="0"/>
              <a:t>TABLES </a:t>
            </a:r>
          </a:p>
        </p:txBody>
      </p:sp>
      <p:pic>
        <p:nvPicPr>
          <p:cNvPr id="5" name="Content Placeholder 4">
            <a:extLst>
              <a:ext uri="{FF2B5EF4-FFF2-40B4-BE49-F238E27FC236}">
                <a16:creationId xmlns:a16="http://schemas.microsoft.com/office/drawing/2014/main" id="{39FA0FF8-B550-7D55-2CC2-31943299F045}"/>
              </a:ext>
            </a:extLst>
          </p:cNvPr>
          <p:cNvPicPr>
            <a:picLocks noGrp="1" noChangeAspect="1"/>
          </p:cNvPicPr>
          <p:nvPr>
            <p:ph idx="1"/>
          </p:nvPr>
        </p:nvPicPr>
        <p:blipFill>
          <a:blip r:embed="rId2"/>
          <a:stretch>
            <a:fillRect/>
          </a:stretch>
        </p:blipFill>
        <p:spPr>
          <a:xfrm>
            <a:off x="3920331" y="1825625"/>
            <a:ext cx="4351338" cy="4351338"/>
          </a:xfrm>
        </p:spPr>
      </p:pic>
    </p:spTree>
    <p:extLst>
      <p:ext uri="{BB962C8B-B14F-4D97-AF65-F5344CB8AC3E}">
        <p14:creationId xmlns:p14="http://schemas.microsoft.com/office/powerpoint/2010/main" val="17344222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115</Words>
  <Application>Microsoft Office PowerPoint</Application>
  <PresentationFormat>Widescreen</PresentationFormat>
  <Paragraphs>14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Telecom Network Performance and Operational Analytics Platform </vt:lpstr>
      <vt:lpstr>PROBLEM STATEMENT</vt:lpstr>
      <vt:lpstr>TOOLS &amp; TECHNOLOGIES </vt:lpstr>
      <vt:lpstr>FUNCTIONAL DIAGRAM </vt:lpstr>
      <vt:lpstr>ARCHITECTURE</vt:lpstr>
      <vt:lpstr>SCHEMA </vt:lpstr>
      <vt:lpstr>TABLES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Likithaa Ponnuru</dc:creator>
  <cp:lastModifiedBy>Likithaa Ponnuru</cp:lastModifiedBy>
  <cp:revision>1</cp:revision>
  <dcterms:created xsi:type="dcterms:W3CDTF">2026-01-28T01:58:39Z</dcterms:created>
  <dcterms:modified xsi:type="dcterms:W3CDTF">2026-01-28T01:58:48Z</dcterms:modified>
</cp:coreProperties>
</file>